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674" r:id="rId2"/>
    <p:sldId id="689" r:id="rId3"/>
    <p:sldId id="690" r:id="rId4"/>
    <p:sldId id="691" r:id="rId5"/>
    <p:sldId id="692" r:id="rId6"/>
    <p:sldId id="686" r:id="rId7"/>
    <p:sldId id="687" r:id="rId8"/>
    <p:sldId id="688" r:id="rId9"/>
    <p:sldId id="693" r:id="rId10"/>
    <p:sldId id="69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ermeeren, John" initials="VJ" lastIdx="5" clrIdx="0">
    <p:extLst>
      <p:ext uri="{19B8F6BF-5375-455C-9EA6-DF929625EA0E}">
        <p15:presenceInfo xmlns:p15="http://schemas.microsoft.com/office/powerpoint/2012/main" userId="Vermeeren, John" providerId="None"/>
      </p:ext>
    </p:extLst>
  </p:cmAuthor>
  <p:cmAuthor id="2" name="Boode, Allyson" initials="BA" lastIdx="27" clrIdx="1">
    <p:extLst>
      <p:ext uri="{19B8F6BF-5375-455C-9EA6-DF929625EA0E}">
        <p15:presenceInfo xmlns:p15="http://schemas.microsoft.com/office/powerpoint/2012/main" userId="S-1-5-21-1645522239-1614895754-839522115-473055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4251"/>
    <a:srgbClr val="DA44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79796" autoAdjust="0"/>
  </p:normalViewPr>
  <p:slideViewPr>
    <p:cSldViewPr snapToGrid="0">
      <p:cViewPr varScale="1">
        <p:scale>
          <a:sx n="101" d="100"/>
          <a:sy n="101" d="100"/>
        </p:scale>
        <p:origin x="114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2.png"/><Relationship Id="rId7" Type="http://schemas.openxmlformats.org/officeDocument/2006/relationships/image" Target="../media/image20.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3.svg"/></Relationships>
</file>

<file path=ppt/diagrams/_rels/data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5.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2.png"/><Relationship Id="rId7" Type="http://schemas.openxmlformats.org/officeDocument/2006/relationships/image" Target="../media/image20.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5.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357EEF-A5F6-4B01-9648-5BD40D18DB73}"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B96470DE-F6D0-4E66-8BE8-F1835172B14A}">
      <dgm:prSet/>
      <dgm:spPr/>
      <dgm:t>
        <a:bodyPr/>
        <a:lstStyle/>
        <a:p>
          <a:pPr>
            <a:defRPr cap="all"/>
          </a:pPr>
          <a:r>
            <a:rPr lang="en-US" cap="none" dirty="0"/>
            <a:t>Vulnerability reduction</a:t>
          </a:r>
        </a:p>
      </dgm:t>
    </dgm:pt>
    <dgm:pt modelId="{D1CEE8D1-AF61-4533-92B0-85DECAA25F90}" type="parTrans" cxnId="{7C2D3A77-CB3F-4A8A-A4C0-3D2B0CE5389D}">
      <dgm:prSet/>
      <dgm:spPr/>
      <dgm:t>
        <a:bodyPr/>
        <a:lstStyle/>
        <a:p>
          <a:endParaRPr lang="en-US"/>
        </a:p>
      </dgm:t>
    </dgm:pt>
    <dgm:pt modelId="{852537C7-17EF-4BC6-838C-75B37F3FB400}" type="sibTrans" cxnId="{7C2D3A77-CB3F-4A8A-A4C0-3D2B0CE5389D}">
      <dgm:prSet/>
      <dgm:spPr/>
      <dgm:t>
        <a:bodyPr/>
        <a:lstStyle/>
        <a:p>
          <a:endParaRPr lang="en-US"/>
        </a:p>
      </dgm:t>
    </dgm:pt>
    <dgm:pt modelId="{BBF7EA0B-E94D-4A3D-B6AC-629AAEBDF308}">
      <dgm:prSet/>
      <dgm:spPr/>
      <dgm:t>
        <a:bodyPr/>
        <a:lstStyle/>
        <a:p>
          <a:pPr>
            <a:defRPr cap="all"/>
          </a:pPr>
          <a:r>
            <a:rPr lang="en-US" cap="none" dirty="0"/>
            <a:t>Angular version updates</a:t>
          </a:r>
        </a:p>
      </dgm:t>
    </dgm:pt>
    <dgm:pt modelId="{70A54394-424C-4936-9BBF-D5EBFB0A3ABB}" type="parTrans" cxnId="{10A8750D-8249-47D6-9BEB-362CFAD1D276}">
      <dgm:prSet/>
      <dgm:spPr/>
      <dgm:t>
        <a:bodyPr/>
        <a:lstStyle/>
        <a:p>
          <a:endParaRPr lang="en-US"/>
        </a:p>
      </dgm:t>
    </dgm:pt>
    <dgm:pt modelId="{997C1463-3764-4A5E-997D-7C7BA4ECC1D6}" type="sibTrans" cxnId="{10A8750D-8249-47D6-9BEB-362CFAD1D276}">
      <dgm:prSet/>
      <dgm:spPr/>
      <dgm:t>
        <a:bodyPr/>
        <a:lstStyle/>
        <a:p>
          <a:endParaRPr lang="en-US"/>
        </a:p>
      </dgm:t>
    </dgm:pt>
    <dgm:pt modelId="{1EDA0687-B083-4992-98FD-46C6E9515501}">
      <dgm:prSet/>
      <dgm:spPr/>
      <dgm:t>
        <a:bodyPr/>
        <a:lstStyle/>
        <a:p>
          <a:pPr>
            <a:defRPr cap="all"/>
          </a:pPr>
          <a:r>
            <a:rPr lang="en-US" cap="none" dirty="0"/>
            <a:t>Documentation &amp; knowledge sharing</a:t>
          </a:r>
        </a:p>
      </dgm:t>
    </dgm:pt>
    <dgm:pt modelId="{F9CF1330-C770-46CE-A18D-DEA2433E528A}" type="parTrans" cxnId="{6258FDB8-95E4-4596-8898-BD8E752B0D8F}">
      <dgm:prSet/>
      <dgm:spPr/>
      <dgm:t>
        <a:bodyPr/>
        <a:lstStyle/>
        <a:p>
          <a:endParaRPr lang="en-US"/>
        </a:p>
      </dgm:t>
    </dgm:pt>
    <dgm:pt modelId="{0069B797-327B-484A-BBB4-9065E350B13D}" type="sibTrans" cxnId="{6258FDB8-95E4-4596-8898-BD8E752B0D8F}">
      <dgm:prSet/>
      <dgm:spPr/>
      <dgm:t>
        <a:bodyPr/>
        <a:lstStyle/>
        <a:p>
          <a:endParaRPr lang="en-US"/>
        </a:p>
      </dgm:t>
    </dgm:pt>
    <dgm:pt modelId="{B4A9CCD1-2B17-4105-8D2F-6B89230DFEC8}" type="pres">
      <dgm:prSet presAssocID="{F0357EEF-A5F6-4B01-9648-5BD40D18DB73}" presName="root" presStyleCnt="0">
        <dgm:presLayoutVars>
          <dgm:dir/>
          <dgm:resizeHandles val="exact"/>
        </dgm:presLayoutVars>
      </dgm:prSet>
      <dgm:spPr/>
    </dgm:pt>
    <dgm:pt modelId="{8757F699-8D04-4536-A00A-7F53C20282F0}" type="pres">
      <dgm:prSet presAssocID="{B96470DE-F6D0-4E66-8BE8-F1835172B14A}" presName="compNode" presStyleCnt="0"/>
      <dgm:spPr/>
    </dgm:pt>
    <dgm:pt modelId="{0EEB7A28-5F88-447A-A7B5-333C6BFE48E0}" type="pres">
      <dgm:prSet presAssocID="{B96470DE-F6D0-4E66-8BE8-F1835172B14A}" presName="iconBgRect" presStyleLbl="bgShp" presStyleIdx="0" presStyleCnt="3"/>
      <dgm:spPr/>
    </dgm:pt>
    <dgm:pt modelId="{1258E4DF-8B9A-41C9-B1FE-1D5DC5E22B37}" type="pres">
      <dgm:prSet presAssocID="{B96470DE-F6D0-4E66-8BE8-F1835172B14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wnward trend"/>
        </a:ext>
      </dgm:extLst>
    </dgm:pt>
    <dgm:pt modelId="{F0F91E50-9DED-4B37-9C8E-1939733F74CF}" type="pres">
      <dgm:prSet presAssocID="{B96470DE-F6D0-4E66-8BE8-F1835172B14A}" presName="spaceRect" presStyleCnt="0"/>
      <dgm:spPr/>
    </dgm:pt>
    <dgm:pt modelId="{C9F3B577-10E6-47D9-8E04-40EEA9BDEB7C}" type="pres">
      <dgm:prSet presAssocID="{B96470DE-F6D0-4E66-8BE8-F1835172B14A}" presName="textRect" presStyleLbl="revTx" presStyleIdx="0" presStyleCnt="3">
        <dgm:presLayoutVars>
          <dgm:chMax val="1"/>
          <dgm:chPref val="1"/>
        </dgm:presLayoutVars>
      </dgm:prSet>
      <dgm:spPr/>
    </dgm:pt>
    <dgm:pt modelId="{11B1F437-4871-472C-ABF0-17D4D0248BE9}" type="pres">
      <dgm:prSet presAssocID="{852537C7-17EF-4BC6-838C-75B37F3FB400}" presName="sibTrans" presStyleCnt="0"/>
      <dgm:spPr/>
    </dgm:pt>
    <dgm:pt modelId="{C0CADA51-2684-40D8-A785-674CD7B9121C}" type="pres">
      <dgm:prSet presAssocID="{BBF7EA0B-E94D-4A3D-B6AC-629AAEBDF308}" presName="compNode" presStyleCnt="0"/>
      <dgm:spPr/>
    </dgm:pt>
    <dgm:pt modelId="{4F3F2C4D-D52E-49F7-B618-FB4F72070ED5}" type="pres">
      <dgm:prSet presAssocID="{BBF7EA0B-E94D-4A3D-B6AC-629AAEBDF308}" presName="iconBgRect" presStyleLbl="bgShp" presStyleIdx="1" presStyleCnt="3"/>
      <dgm:spPr/>
    </dgm:pt>
    <dgm:pt modelId="{11C83B12-35E4-4D08-98C8-61A5AD05392F}" type="pres">
      <dgm:prSet presAssocID="{BBF7EA0B-E94D-4A3D-B6AC-629AAEBDF30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447317B4-A22B-4A8E-A109-1FC93341D214}" type="pres">
      <dgm:prSet presAssocID="{BBF7EA0B-E94D-4A3D-B6AC-629AAEBDF308}" presName="spaceRect" presStyleCnt="0"/>
      <dgm:spPr/>
    </dgm:pt>
    <dgm:pt modelId="{DCD8217F-1841-4DD4-9C93-2673840F5438}" type="pres">
      <dgm:prSet presAssocID="{BBF7EA0B-E94D-4A3D-B6AC-629AAEBDF308}" presName="textRect" presStyleLbl="revTx" presStyleIdx="1" presStyleCnt="3">
        <dgm:presLayoutVars>
          <dgm:chMax val="1"/>
          <dgm:chPref val="1"/>
        </dgm:presLayoutVars>
      </dgm:prSet>
      <dgm:spPr/>
    </dgm:pt>
    <dgm:pt modelId="{7C0A4A7A-11B8-48EF-8602-7DF7DC0E1790}" type="pres">
      <dgm:prSet presAssocID="{997C1463-3764-4A5E-997D-7C7BA4ECC1D6}" presName="sibTrans" presStyleCnt="0"/>
      <dgm:spPr/>
    </dgm:pt>
    <dgm:pt modelId="{590BB8A9-74BF-4220-9318-70CA92E60C16}" type="pres">
      <dgm:prSet presAssocID="{1EDA0687-B083-4992-98FD-46C6E9515501}" presName="compNode" presStyleCnt="0"/>
      <dgm:spPr/>
    </dgm:pt>
    <dgm:pt modelId="{9F8022F9-487C-4F23-BF16-377973ED78FF}" type="pres">
      <dgm:prSet presAssocID="{1EDA0687-B083-4992-98FD-46C6E9515501}" presName="iconBgRect" presStyleLbl="bgShp" presStyleIdx="2" presStyleCnt="3"/>
      <dgm:spPr/>
    </dgm:pt>
    <dgm:pt modelId="{8AF6DE5F-3B9A-4C24-8D53-542184CAC4F0}" type="pres">
      <dgm:prSet presAssocID="{1EDA0687-B083-4992-98FD-46C6E951550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73744112-EC68-4C37-905B-CF30A4A8367B}" type="pres">
      <dgm:prSet presAssocID="{1EDA0687-B083-4992-98FD-46C6E9515501}" presName="spaceRect" presStyleCnt="0"/>
      <dgm:spPr/>
    </dgm:pt>
    <dgm:pt modelId="{5D586733-61F5-42CE-A039-7D7511D67AB8}" type="pres">
      <dgm:prSet presAssocID="{1EDA0687-B083-4992-98FD-46C6E9515501}" presName="textRect" presStyleLbl="revTx" presStyleIdx="2" presStyleCnt="3">
        <dgm:presLayoutVars>
          <dgm:chMax val="1"/>
          <dgm:chPref val="1"/>
        </dgm:presLayoutVars>
      </dgm:prSet>
      <dgm:spPr/>
    </dgm:pt>
  </dgm:ptLst>
  <dgm:cxnLst>
    <dgm:cxn modelId="{10A8750D-8249-47D6-9BEB-362CFAD1D276}" srcId="{F0357EEF-A5F6-4B01-9648-5BD40D18DB73}" destId="{BBF7EA0B-E94D-4A3D-B6AC-629AAEBDF308}" srcOrd="1" destOrd="0" parTransId="{70A54394-424C-4936-9BBF-D5EBFB0A3ABB}" sibTransId="{997C1463-3764-4A5E-997D-7C7BA4ECC1D6}"/>
    <dgm:cxn modelId="{814FDA58-F594-4993-90A9-088D36DA3FCC}" type="presOf" srcId="{1EDA0687-B083-4992-98FD-46C6E9515501}" destId="{5D586733-61F5-42CE-A039-7D7511D67AB8}" srcOrd="0" destOrd="0" presId="urn:microsoft.com/office/officeart/2018/5/layout/IconCircleLabelList"/>
    <dgm:cxn modelId="{BFA9D775-3CA6-4CC3-8278-3EB152F11B28}" type="presOf" srcId="{B96470DE-F6D0-4E66-8BE8-F1835172B14A}" destId="{C9F3B577-10E6-47D9-8E04-40EEA9BDEB7C}" srcOrd="0" destOrd="0" presId="urn:microsoft.com/office/officeart/2018/5/layout/IconCircleLabelList"/>
    <dgm:cxn modelId="{7C2D3A77-CB3F-4A8A-A4C0-3D2B0CE5389D}" srcId="{F0357EEF-A5F6-4B01-9648-5BD40D18DB73}" destId="{B96470DE-F6D0-4E66-8BE8-F1835172B14A}" srcOrd="0" destOrd="0" parTransId="{D1CEE8D1-AF61-4533-92B0-85DECAA25F90}" sibTransId="{852537C7-17EF-4BC6-838C-75B37F3FB400}"/>
    <dgm:cxn modelId="{759024B2-2D80-4737-B67B-35496FE34680}" type="presOf" srcId="{BBF7EA0B-E94D-4A3D-B6AC-629AAEBDF308}" destId="{DCD8217F-1841-4DD4-9C93-2673840F5438}" srcOrd="0" destOrd="0" presId="urn:microsoft.com/office/officeart/2018/5/layout/IconCircleLabelList"/>
    <dgm:cxn modelId="{6258FDB8-95E4-4596-8898-BD8E752B0D8F}" srcId="{F0357EEF-A5F6-4B01-9648-5BD40D18DB73}" destId="{1EDA0687-B083-4992-98FD-46C6E9515501}" srcOrd="2" destOrd="0" parTransId="{F9CF1330-C770-46CE-A18D-DEA2433E528A}" sibTransId="{0069B797-327B-484A-BBB4-9065E350B13D}"/>
    <dgm:cxn modelId="{10B394C4-E247-4B86-95C4-6DE416F921CF}" type="presOf" srcId="{F0357EEF-A5F6-4B01-9648-5BD40D18DB73}" destId="{B4A9CCD1-2B17-4105-8D2F-6B89230DFEC8}" srcOrd="0" destOrd="0" presId="urn:microsoft.com/office/officeart/2018/5/layout/IconCircleLabelList"/>
    <dgm:cxn modelId="{33FD8633-B74F-40C7-A631-B6B5FD20FCCC}" type="presParOf" srcId="{B4A9CCD1-2B17-4105-8D2F-6B89230DFEC8}" destId="{8757F699-8D04-4536-A00A-7F53C20282F0}" srcOrd="0" destOrd="0" presId="urn:microsoft.com/office/officeart/2018/5/layout/IconCircleLabelList"/>
    <dgm:cxn modelId="{3E11CEC9-5EC9-4A26-B33B-AB3620B5E2BD}" type="presParOf" srcId="{8757F699-8D04-4536-A00A-7F53C20282F0}" destId="{0EEB7A28-5F88-447A-A7B5-333C6BFE48E0}" srcOrd="0" destOrd="0" presId="urn:microsoft.com/office/officeart/2018/5/layout/IconCircleLabelList"/>
    <dgm:cxn modelId="{88179EDA-16EF-4B09-971A-B04176E66A49}" type="presParOf" srcId="{8757F699-8D04-4536-A00A-7F53C20282F0}" destId="{1258E4DF-8B9A-41C9-B1FE-1D5DC5E22B37}" srcOrd="1" destOrd="0" presId="urn:microsoft.com/office/officeart/2018/5/layout/IconCircleLabelList"/>
    <dgm:cxn modelId="{3F5E59FD-C86E-4B24-B955-74EB5A0C24BD}" type="presParOf" srcId="{8757F699-8D04-4536-A00A-7F53C20282F0}" destId="{F0F91E50-9DED-4B37-9C8E-1939733F74CF}" srcOrd="2" destOrd="0" presId="urn:microsoft.com/office/officeart/2018/5/layout/IconCircleLabelList"/>
    <dgm:cxn modelId="{67EFA5C8-9B78-4C02-9B12-EFEDFD45BA59}" type="presParOf" srcId="{8757F699-8D04-4536-A00A-7F53C20282F0}" destId="{C9F3B577-10E6-47D9-8E04-40EEA9BDEB7C}" srcOrd="3" destOrd="0" presId="urn:microsoft.com/office/officeart/2018/5/layout/IconCircleLabelList"/>
    <dgm:cxn modelId="{47F50014-62D9-438F-9CAC-2351093E172B}" type="presParOf" srcId="{B4A9CCD1-2B17-4105-8D2F-6B89230DFEC8}" destId="{11B1F437-4871-472C-ABF0-17D4D0248BE9}" srcOrd="1" destOrd="0" presId="urn:microsoft.com/office/officeart/2018/5/layout/IconCircleLabelList"/>
    <dgm:cxn modelId="{769389D9-9EEE-41F9-8434-D926EC38E631}" type="presParOf" srcId="{B4A9CCD1-2B17-4105-8D2F-6B89230DFEC8}" destId="{C0CADA51-2684-40D8-A785-674CD7B9121C}" srcOrd="2" destOrd="0" presId="urn:microsoft.com/office/officeart/2018/5/layout/IconCircleLabelList"/>
    <dgm:cxn modelId="{BF06536C-C1B5-428B-93D7-0B124014B922}" type="presParOf" srcId="{C0CADA51-2684-40D8-A785-674CD7B9121C}" destId="{4F3F2C4D-D52E-49F7-B618-FB4F72070ED5}" srcOrd="0" destOrd="0" presId="urn:microsoft.com/office/officeart/2018/5/layout/IconCircleLabelList"/>
    <dgm:cxn modelId="{236832F9-B615-4864-B622-49A52195CA20}" type="presParOf" srcId="{C0CADA51-2684-40D8-A785-674CD7B9121C}" destId="{11C83B12-35E4-4D08-98C8-61A5AD05392F}" srcOrd="1" destOrd="0" presId="urn:microsoft.com/office/officeart/2018/5/layout/IconCircleLabelList"/>
    <dgm:cxn modelId="{9163088E-DB0B-40EA-9B5B-A63179A75DDE}" type="presParOf" srcId="{C0CADA51-2684-40D8-A785-674CD7B9121C}" destId="{447317B4-A22B-4A8E-A109-1FC93341D214}" srcOrd="2" destOrd="0" presId="urn:microsoft.com/office/officeart/2018/5/layout/IconCircleLabelList"/>
    <dgm:cxn modelId="{E92A54CF-732D-4F65-96B8-8803C6D4ED07}" type="presParOf" srcId="{C0CADA51-2684-40D8-A785-674CD7B9121C}" destId="{DCD8217F-1841-4DD4-9C93-2673840F5438}" srcOrd="3" destOrd="0" presId="urn:microsoft.com/office/officeart/2018/5/layout/IconCircleLabelList"/>
    <dgm:cxn modelId="{938E5111-081F-4B6A-9395-02A62B4C01F1}" type="presParOf" srcId="{B4A9CCD1-2B17-4105-8D2F-6B89230DFEC8}" destId="{7C0A4A7A-11B8-48EF-8602-7DF7DC0E1790}" srcOrd="3" destOrd="0" presId="urn:microsoft.com/office/officeart/2018/5/layout/IconCircleLabelList"/>
    <dgm:cxn modelId="{E781D40A-C51A-4D82-AFBF-3A044313177A}" type="presParOf" srcId="{B4A9CCD1-2B17-4105-8D2F-6B89230DFEC8}" destId="{590BB8A9-74BF-4220-9318-70CA92E60C16}" srcOrd="4" destOrd="0" presId="urn:microsoft.com/office/officeart/2018/5/layout/IconCircleLabelList"/>
    <dgm:cxn modelId="{F97154D8-C939-4737-96FD-87D261913ED1}" type="presParOf" srcId="{590BB8A9-74BF-4220-9318-70CA92E60C16}" destId="{9F8022F9-487C-4F23-BF16-377973ED78FF}" srcOrd="0" destOrd="0" presId="urn:microsoft.com/office/officeart/2018/5/layout/IconCircleLabelList"/>
    <dgm:cxn modelId="{1CE17087-CAE8-4FE1-8555-B092145004AF}" type="presParOf" srcId="{590BB8A9-74BF-4220-9318-70CA92E60C16}" destId="{8AF6DE5F-3B9A-4C24-8D53-542184CAC4F0}" srcOrd="1" destOrd="0" presId="urn:microsoft.com/office/officeart/2018/5/layout/IconCircleLabelList"/>
    <dgm:cxn modelId="{92F7EFF5-8F27-4A11-96E8-270BF45A16AD}" type="presParOf" srcId="{590BB8A9-74BF-4220-9318-70CA92E60C16}" destId="{73744112-EC68-4C37-905B-CF30A4A8367B}" srcOrd="2" destOrd="0" presId="urn:microsoft.com/office/officeart/2018/5/layout/IconCircleLabelList"/>
    <dgm:cxn modelId="{30376D69-FC9A-423E-898C-90D739D71907}" type="presParOf" srcId="{590BB8A9-74BF-4220-9318-70CA92E60C16}" destId="{5D586733-61F5-42CE-A039-7D7511D67AB8}"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1A3295-4B96-472E-85CC-D3F9338E9374}"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en-US"/>
        </a:p>
      </dgm:t>
    </dgm:pt>
    <dgm:pt modelId="{54F15D9D-F7BE-46D1-9792-02E990AD30E8}">
      <dgm:prSet/>
      <dgm:spPr/>
      <dgm:t>
        <a:bodyPr/>
        <a:lstStyle/>
        <a:p>
          <a:r>
            <a:rPr lang="en-US"/>
            <a:t>IAP-frontend: Ready for production</a:t>
          </a:r>
        </a:p>
      </dgm:t>
    </dgm:pt>
    <dgm:pt modelId="{FBA97026-8375-4F57-B572-BD9149FB1E6A}" type="parTrans" cxnId="{4CBB5826-9FB4-466D-A0E4-66F8C8AE7C3F}">
      <dgm:prSet/>
      <dgm:spPr/>
      <dgm:t>
        <a:bodyPr/>
        <a:lstStyle/>
        <a:p>
          <a:endParaRPr lang="en-US"/>
        </a:p>
      </dgm:t>
    </dgm:pt>
    <dgm:pt modelId="{733770F4-7BBA-4CC0-9F88-CFF6E7722C69}" type="sibTrans" cxnId="{4CBB5826-9FB4-466D-A0E4-66F8C8AE7C3F}">
      <dgm:prSet/>
      <dgm:spPr/>
      <dgm:t>
        <a:bodyPr/>
        <a:lstStyle/>
        <a:p>
          <a:endParaRPr lang="en-US"/>
        </a:p>
      </dgm:t>
    </dgm:pt>
    <dgm:pt modelId="{C1211C30-90B8-482A-820C-BBAF3BF83A60}">
      <dgm:prSet/>
      <dgm:spPr/>
      <dgm:t>
        <a:bodyPr/>
        <a:lstStyle/>
        <a:p>
          <a:r>
            <a:rPr lang="en-US"/>
            <a:t>Institutional-frontend: Vulnerability free</a:t>
          </a:r>
        </a:p>
      </dgm:t>
    </dgm:pt>
    <dgm:pt modelId="{DA3CEBE2-9E6D-43FE-8A94-DB385B28A231}" type="parTrans" cxnId="{7234D37C-3B2D-4118-8499-F7CD30DAD220}">
      <dgm:prSet/>
      <dgm:spPr/>
      <dgm:t>
        <a:bodyPr/>
        <a:lstStyle/>
        <a:p>
          <a:endParaRPr lang="en-US"/>
        </a:p>
      </dgm:t>
    </dgm:pt>
    <dgm:pt modelId="{6E851D05-04BB-4C14-B67A-EEDEF3726AB7}" type="sibTrans" cxnId="{7234D37C-3B2D-4118-8499-F7CD30DAD220}">
      <dgm:prSet/>
      <dgm:spPr/>
      <dgm:t>
        <a:bodyPr/>
        <a:lstStyle/>
        <a:p>
          <a:endParaRPr lang="en-US"/>
        </a:p>
      </dgm:t>
    </dgm:pt>
    <dgm:pt modelId="{C2A8A6A5-853C-4F84-ADD6-D0B289F1F5B4}">
      <dgm:prSet/>
      <dgm:spPr/>
      <dgm:t>
        <a:bodyPr/>
        <a:lstStyle/>
        <a:p>
          <a:r>
            <a:rPr lang="en-US" dirty="0"/>
            <a:t>Helios on Actions Migration</a:t>
          </a:r>
        </a:p>
      </dgm:t>
    </dgm:pt>
    <dgm:pt modelId="{89E8632E-9EC1-4E8F-8AEB-1302D6245395}" type="parTrans" cxnId="{C691FA56-90DB-4A6E-A979-642BBF226751}">
      <dgm:prSet/>
      <dgm:spPr/>
      <dgm:t>
        <a:bodyPr/>
        <a:lstStyle/>
        <a:p>
          <a:endParaRPr lang="en-US"/>
        </a:p>
      </dgm:t>
    </dgm:pt>
    <dgm:pt modelId="{6DFCDF14-0F6F-4B64-8AFF-7729FB1D5EBB}" type="sibTrans" cxnId="{C691FA56-90DB-4A6E-A979-642BBF226751}">
      <dgm:prSet/>
      <dgm:spPr/>
      <dgm:t>
        <a:bodyPr/>
        <a:lstStyle/>
        <a:p>
          <a:endParaRPr lang="en-US"/>
        </a:p>
      </dgm:t>
    </dgm:pt>
    <dgm:pt modelId="{F8D81BB9-3855-460A-828B-6D2C82C8ACAC}" type="pres">
      <dgm:prSet presAssocID="{1F1A3295-4B96-472E-85CC-D3F9338E9374}" presName="hierChild1" presStyleCnt="0">
        <dgm:presLayoutVars>
          <dgm:chPref val="1"/>
          <dgm:dir/>
          <dgm:animOne val="branch"/>
          <dgm:animLvl val="lvl"/>
          <dgm:resizeHandles/>
        </dgm:presLayoutVars>
      </dgm:prSet>
      <dgm:spPr/>
    </dgm:pt>
    <dgm:pt modelId="{E3636CCA-C24C-4751-987D-9B56ABD0AC4D}" type="pres">
      <dgm:prSet presAssocID="{54F15D9D-F7BE-46D1-9792-02E990AD30E8}" presName="hierRoot1" presStyleCnt="0"/>
      <dgm:spPr/>
    </dgm:pt>
    <dgm:pt modelId="{C138C2A2-E034-4A59-B9BA-AE353C32C5CE}" type="pres">
      <dgm:prSet presAssocID="{54F15D9D-F7BE-46D1-9792-02E990AD30E8}" presName="composite" presStyleCnt="0"/>
      <dgm:spPr/>
    </dgm:pt>
    <dgm:pt modelId="{0237FB38-E1A9-4E90-A981-83BB214EEFD8}" type="pres">
      <dgm:prSet presAssocID="{54F15D9D-F7BE-46D1-9792-02E990AD30E8}" presName="background" presStyleLbl="node0" presStyleIdx="0" presStyleCnt="3"/>
      <dgm:spPr/>
    </dgm:pt>
    <dgm:pt modelId="{2A468F28-61DE-4748-9FB7-FFCCBC3E49C0}" type="pres">
      <dgm:prSet presAssocID="{54F15D9D-F7BE-46D1-9792-02E990AD30E8}" presName="text" presStyleLbl="fgAcc0" presStyleIdx="0" presStyleCnt="3">
        <dgm:presLayoutVars>
          <dgm:chPref val="3"/>
        </dgm:presLayoutVars>
      </dgm:prSet>
      <dgm:spPr/>
    </dgm:pt>
    <dgm:pt modelId="{743F130F-CBC0-4863-A5BB-1E179032072C}" type="pres">
      <dgm:prSet presAssocID="{54F15D9D-F7BE-46D1-9792-02E990AD30E8}" presName="hierChild2" presStyleCnt="0"/>
      <dgm:spPr/>
    </dgm:pt>
    <dgm:pt modelId="{0F5CEDDE-1ED6-45FE-988A-176E09BE51EC}" type="pres">
      <dgm:prSet presAssocID="{C1211C30-90B8-482A-820C-BBAF3BF83A60}" presName="hierRoot1" presStyleCnt="0"/>
      <dgm:spPr/>
    </dgm:pt>
    <dgm:pt modelId="{21135A44-4111-451C-8903-7D55EDE06CC9}" type="pres">
      <dgm:prSet presAssocID="{C1211C30-90B8-482A-820C-BBAF3BF83A60}" presName="composite" presStyleCnt="0"/>
      <dgm:spPr/>
    </dgm:pt>
    <dgm:pt modelId="{454BEA4E-4561-4053-AC2D-B758676E268D}" type="pres">
      <dgm:prSet presAssocID="{C1211C30-90B8-482A-820C-BBAF3BF83A60}" presName="background" presStyleLbl="node0" presStyleIdx="1" presStyleCnt="3"/>
      <dgm:spPr/>
    </dgm:pt>
    <dgm:pt modelId="{3ECA9FBB-BDCC-4939-82CA-9A7F2D228427}" type="pres">
      <dgm:prSet presAssocID="{C1211C30-90B8-482A-820C-BBAF3BF83A60}" presName="text" presStyleLbl="fgAcc0" presStyleIdx="1" presStyleCnt="3">
        <dgm:presLayoutVars>
          <dgm:chPref val="3"/>
        </dgm:presLayoutVars>
      </dgm:prSet>
      <dgm:spPr/>
    </dgm:pt>
    <dgm:pt modelId="{B8D938E8-87DB-49C8-9191-CF796405422F}" type="pres">
      <dgm:prSet presAssocID="{C1211C30-90B8-482A-820C-BBAF3BF83A60}" presName="hierChild2" presStyleCnt="0"/>
      <dgm:spPr/>
    </dgm:pt>
    <dgm:pt modelId="{4B6C666A-AA04-4237-BA3F-A5E4FD76A5DD}" type="pres">
      <dgm:prSet presAssocID="{C2A8A6A5-853C-4F84-ADD6-D0B289F1F5B4}" presName="hierRoot1" presStyleCnt="0"/>
      <dgm:spPr/>
    </dgm:pt>
    <dgm:pt modelId="{826135F2-FA49-4884-BA30-FE2F862C5B06}" type="pres">
      <dgm:prSet presAssocID="{C2A8A6A5-853C-4F84-ADD6-D0B289F1F5B4}" presName="composite" presStyleCnt="0"/>
      <dgm:spPr/>
    </dgm:pt>
    <dgm:pt modelId="{088DDD22-083F-467A-AAE3-7D7AC4916418}" type="pres">
      <dgm:prSet presAssocID="{C2A8A6A5-853C-4F84-ADD6-D0B289F1F5B4}" presName="background" presStyleLbl="node0" presStyleIdx="2" presStyleCnt="3"/>
      <dgm:spPr/>
    </dgm:pt>
    <dgm:pt modelId="{52B6B8E6-28B9-4BCB-96A4-45CCB2AD99C0}" type="pres">
      <dgm:prSet presAssocID="{C2A8A6A5-853C-4F84-ADD6-D0B289F1F5B4}" presName="text" presStyleLbl="fgAcc0" presStyleIdx="2" presStyleCnt="3" custScaleX="90218">
        <dgm:presLayoutVars>
          <dgm:chPref val="3"/>
        </dgm:presLayoutVars>
      </dgm:prSet>
      <dgm:spPr/>
    </dgm:pt>
    <dgm:pt modelId="{33364734-F297-48F1-ACF7-19E2042B18D6}" type="pres">
      <dgm:prSet presAssocID="{C2A8A6A5-853C-4F84-ADD6-D0B289F1F5B4}" presName="hierChild2" presStyleCnt="0"/>
      <dgm:spPr/>
    </dgm:pt>
  </dgm:ptLst>
  <dgm:cxnLst>
    <dgm:cxn modelId="{D1293708-6B4B-430E-B1A6-EE299AB37708}" type="presOf" srcId="{C2A8A6A5-853C-4F84-ADD6-D0B289F1F5B4}" destId="{52B6B8E6-28B9-4BCB-96A4-45CCB2AD99C0}" srcOrd="0" destOrd="0" presId="urn:microsoft.com/office/officeart/2005/8/layout/hierarchy1"/>
    <dgm:cxn modelId="{58BF330B-BCCF-43C3-8CAB-1360D73EF97D}" type="presOf" srcId="{C1211C30-90B8-482A-820C-BBAF3BF83A60}" destId="{3ECA9FBB-BDCC-4939-82CA-9A7F2D228427}" srcOrd="0" destOrd="0" presId="urn:microsoft.com/office/officeart/2005/8/layout/hierarchy1"/>
    <dgm:cxn modelId="{4CBB5826-9FB4-466D-A0E4-66F8C8AE7C3F}" srcId="{1F1A3295-4B96-472E-85CC-D3F9338E9374}" destId="{54F15D9D-F7BE-46D1-9792-02E990AD30E8}" srcOrd="0" destOrd="0" parTransId="{FBA97026-8375-4F57-B572-BD9149FB1E6A}" sibTransId="{733770F4-7BBA-4CC0-9F88-CFF6E7722C69}"/>
    <dgm:cxn modelId="{C691FA56-90DB-4A6E-A979-642BBF226751}" srcId="{1F1A3295-4B96-472E-85CC-D3F9338E9374}" destId="{C2A8A6A5-853C-4F84-ADD6-D0B289F1F5B4}" srcOrd="2" destOrd="0" parTransId="{89E8632E-9EC1-4E8F-8AEB-1302D6245395}" sibTransId="{6DFCDF14-0F6F-4B64-8AFF-7729FB1D5EBB}"/>
    <dgm:cxn modelId="{7234D37C-3B2D-4118-8499-F7CD30DAD220}" srcId="{1F1A3295-4B96-472E-85CC-D3F9338E9374}" destId="{C1211C30-90B8-482A-820C-BBAF3BF83A60}" srcOrd="1" destOrd="0" parTransId="{DA3CEBE2-9E6D-43FE-8A94-DB385B28A231}" sibTransId="{6E851D05-04BB-4C14-B67A-EEDEF3726AB7}"/>
    <dgm:cxn modelId="{6570B0B7-2CD4-4B14-A57D-C90E7219F3A3}" type="presOf" srcId="{54F15D9D-F7BE-46D1-9792-02E990AD30E8}" destId="{2A468F28-61DE-4748-9FB7-FFCCBC3E49C0}" srcOrd="0" destOrd="0" presId="urn:microsoft.com/office/officeart/2005/8/layout/hierarchy1"/>
    <dgm:cxn modelId="{5A5FE5DC-48D8-476A-9B25-D8D275061271}" type="presOf" srcId="{1F1A3295-4B96-472E-85CC-D3F9338E9374}" destId="{F8D81BB9-3855-460A-828B-6D2C82C8ACAC}" srcOrd="0" destOrd="0" presId="urn:microsoft.com/office/officeart/2005/8/layout/hierarchy1"/>
    <dgm:cxn modelId="{77005E45-6621-4968-91E4-79EA097A4D8C}" type="presParOf" srcId="{F8D81BB9-3855-460A-828B-6D2C82C8ACAC}" destId="{E3636CCA-C24C-4751-987D-9B56ABD0AC4D}" srcOrd="0" destOrd="0" presId="urn:microsoft.com/office/officeart/2005/8/layout/hierarchy1"/>
    <dgm:cxn modelId="{2AF70719-FBF5-4753-9BF5-514B29CD1FA3}" type="presParOf" srcId="{E3636CCA-C24C-4751-987D-9B56ABD0AC4D}" destId="{C138C2A2-E034-4A59-B9BA-AE353C32C5CE}" srcOrd="0" destOrd="0" presId="urn:microsoft.com/office/officeart/2005/8/layout/hierarchy1"/>
    <dgm:cxn modelId="{D39D7228-7AD6-41C5-B617-6F4574B265C7}" type="presParOf" srcId="{C138C2A2-E034-4A59-B9BA-AE353C32C5CE}" destId="{0237FB38-E1A9-4E90-A981-83BB214EEFD8}" srcOrd="0" destOrd="0" presId="urn:microsoft.com/office/officeart/2005/8/layout/hierarchy1"/>
    <dgm:cxn modelId="{B8424C68-C5E0-4776-BE40-A1162C90A69B}" type="presParOf" srcId="{C138C2A2-E034-4A59-B9BA-AE353C32C5CE}" destId="{2A468F28-61DE-4748-9FB7-FFCCBC3E49C0}" srcOrd="1" destOrd="0" presId="urn:microsoft.com/office/officeart/2005/8/layout/hierarchy1"/>
    <dgm:cxn modelId="{40465C12-5193-401F-AF07-7FB66F538B3E}" type="presParOf" srcId="{E3636CCA-C24C-4751-987D-9B56ABD0AC4D}" destId="{743F130F-CBC0-4863-A5BB-1E179032072C}" srcOrd="1" destOrd="0" presId="urn:microsoft.com/office/officeart/2005/8/layout/hierarchy1"/>
    <dgm:cxn modelId="{D66C643D-9A8E-4E16-835C-1AED47FA94B9}" type="presParOf" srcId="{F8D81BB9-3855-460A-828B-6D2C82C8ACAC}" destId="{0F5CEDDE-1ED6-45FE-988A-176E09BE51EC}" srcOrd="1" destOrd="0" presId="urn:microsoft.com/office/officeart/2005/8/layout/hierarchy1"/>
    <dgm:cxn modelId="{F78D40EA-D3AD-4483-ABFA-5D0FDC9CBDE1}" type="presParOf" srcId="{0F5CEDDE-1ED6-45FE-988A-176E09BE51EC}" destId="{21135A44-4111-451C-8903-7D55EDE06CC9}" srcOrd="0" destOrd="0" presId="urn:microsoft.com/office/officeart/2005/8/layout/hierarchy1"/>
    <dgm:cxn modelId="{2F34521D-8A3A-4CC9-A036-8801DDBCB7D3}" type="presParOf" srcId="{21135A44-4111-451C-8903-7D55EDE06CC9}" destId="{454BEA4E-4561-4053-AC2D-B758676E268D}" srcOrd="0" destOrd="0" presId="urn:microsoft.com/office/officeart/2005/8/layout/hierarchy1"/>
    <dgm:cxn modelId="{89862627-0D60-4329-9C17-75DE15F33874}" type="presParOf" srcId="{21135A44-4111-451C-8903-7D55EDE06CC9}" destId="{3ECA9FBB-BDCC-4939-82CA-9A7F2D228427}" srcOrd="1" destOrd="0" presId="urn:microsoft.com/office/officeart/2005/8/layout/hierarchy1"/>
    <dgm:cxn modelId="{7654E56B-39DB-4B57-B1ED-A72D6CF82F5B}" type="presParOf" srcId="{0F5CEDDE-1ED6-45FE-988A-176E09BE51EC}" destId="{B8D938E8-87DB-49C8-9191-CF796405422F}" srcOrd="1" destOrd="0" presId="urn:microsoft.com/office/officeart/2005/8/layout/hierarchy1"/>
    <dgm:cxn modelId="{EBDD3835-804C-4077-834A-05DEC16FC3A7}" type="presParOf" srcId="{F8D81BB9-3855-460A-828B-6D2C82C8ACAC}" destId="{4B6C666A-AA04-4237-BA3F-A5E4FD76A5DD}" srcOrd="2" destOrd="0" presId="urn:microsoft.com/office/officeart/2005/8/layout/hierarchy1"/>
    <dgm:cxn modelId="{2118AB60-FC69-41D9-915A-4D33B7577425}" type="presParOf" srcId="{4B6C666A-AA04-4237-BA3F-A5E4FD76A5DD}" destId="{826135F2-FA49-4884-BA30-FE2F862C5B06}" srcOrd="0" destOrd="0" presId="urn:microsoft.com/office/officeart/2005/8/layout/hierarchy1"/>
    <dgm:cxn modelId="{2AEF64B6-9C74-4F1F-85E8-F7FBDF6B129A}" type="presParOf" srcId="{826135F2-FA49-4884-BA30-FE2F862C5B06}" destId="{088DDD22-083F-467A-AAE3-7D7AC4916418}" srcOrd="0" destOrd="0" presId="urn:microsoft.com/office/officeart/2005/8/layout/hierarchy1"/>
    <dgm:cxn modelId="{FE502BC7-3DA9-4211-8FCC-BE29C53A5E72}" type="presParOf" srcId="{826135F2-FA49-4884-BA30-FE2F862C5B06}" destId="{52B6B8E6-28B9-4BCB-96A4-45CCB2AD99C0}" srcOrd="1" destOrd="0" presId="urn:microsoft.com/office/officeart/2005/8/layout/hierarchy1"/>
    <dgm:cxn modelId="{89A461F7-9EA8-4017-B0DA-93217CDCD751}" type="presParOf" srcId="{4B6C666A-AA04-4237-BA3F-A5E4FD76A5DD}" destId="{33364734-F297-48F1-ACF7-19E2042B18D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BB535C-8499-4CFA-A716-5E8B4140D40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772969E8-317E-4D46-950B-CC57285B6471}">
      <dgm:prSet/>
      <dgm:spPr/>
      <dgm:t>
        <a:bodyPr/>
        <a:lstStyle/>
        <a:p>
          <a:pPr>
            <a:lnSpc>
              <a:spcPct val="100000"/>
            </a:lnSpc>
          </a:pPr>
          <a:endParaRPr lang="en-US" dirty="0"/>
        </a:p>
      </dgm:t>
    </dgm:pt>
    <dgm:pt modelId="{456E4F4A-E261-40AD-B081-A02497DFB97C}" type="parTrans" cxnId="{7E3AD54C-388D-4275-8FD5-C19287422429}">
      <dgm:prSet/>
      <dgm:spPr/>
      <dgm:t>
        <a:bodyPr/>
        <a:lstStyle/>
        <a:p>
          <a:endParaRPr lang="en-US"/>
        </a:p>
      </dgm:t>
    </dgm:pt>
    <dgm:pt modelId="{3965ECB3-8729-49C8-A346-6FB301CD3D25}" type="sibTrans" cxnId="{7E3AD54C-388D-4275-8FD5-C19287422429}">
      <dgm:prSet/>
      <dgm:spPr/>
      <dgm:t>
        <a:bodyPr/>
        <a:lstStyle/>
        <a:p>
          <a:endParaRPr lang="en-US"/>
        </a:p>
      </dgm:t>
    </dgm:pt>
    <dgm:pt modelId="{00CA6EA9-14AE-4294-81CB-4F1772454976}">
      <dgm:prSet/>
      <dgm:spPr/>
      <dgm:t>
        <a:bodyPr/>
        <a:lstStyle/>
        <a:p>
          <a:pPr>
            <a:lnSpc>
              <a:spcPct val="100000"/>
            </a:lnSpc>
          </a:pPr>
          <a:r>
            <a:rPr lang="en-US" dirty="0"/>
            <a:t>Learned, documented and shared the </a:t>
          </a:r>
          <a:r>
            <a:rPr lang="en-US" dirty="0" err="1"/>
            <a:t>iap</a:t>
          </a:r>
          <a:r>
            <a:rPr lang="en-US" dirty="0"/>
            <a:t>-frontend and </a:t>
          </a:r>
          <a:r>
            <a:rPr lang="en-US" dirty="0" err="1"/>
            <a:t>iap</a:t>
          </a:r>
          <a:r>
            <a:rPr lang="en-US" dirty="0"/>
            <a:t>-backend local setup and deployment</a:t>
          </a:r>
        </a:p>
      </dgm:t>
    </dgm:pt>
    <dgm:pt modelId="{79FE3872-B2AD-42E2-B73A-3AC608E0D6CA}" type="parTrans" cxnId="{A792974A-FEFC-4372-AB8B-8D242AC49722}">
      <dgm:prSet/>
      <dgm:spPr/>
      <dgm:t>
        <a:bodyPr/>
        <a:lstStyle/>
        <a:p>
          <a:endParaRPr lang="en-US"/>
        </a:p>
      </dgm:t>
    </dgm:pt>
    <dgm:pt modelId="{AE1C434E-1871-42E0-ACEE-A7CB67E3109B}" type="sibTrans" cxnId="{A792974A-FEFC-4372-AB8B-8D242AC49722}">
      <dgm:prSet/>
      <dgm:spPr/>
      <dgm:t>
        <a:bodyPr/>
        <a:lstStyle/>
        <a:p>
          <a:endParaRPr lang="en-US"/>
        </a:p>
      </dgm:t>
    </dgm:pt>
    <dgm:pt modelId="{A4EE4DA4-C516-462C-BB93-9A492F489BF8}">
      <dgm:prSet/>
      <dgm:spPr/>
      <dgm:t>
        <a:bodyPr/>
        <a:lstStyle/>
        <a:p>
          <a:pPr>
            <a:lnSpc>
              <a:spcPct val="100000"/>
            </a:lnSpc>
          </a:pPr>
          <a:r>
            <a:rPr lang="en-US" dirty="0"/>
            <a:t>Learned, documented and ran the </a:t>
          </a:r>
          <a:r>
            <a:rPr lang="en-US" dirty="0" err="1"/>
            <a:t>iap</a:t>
          </a:r>
          <a:r>
            <a:rPr lang="en-US" dirty="0"/>
            <a:t> and </a:t>
          </a:r>
          <a:r>
            <a:rPr lang="en-US" dirty="0" err="1"/>
            <a:t>icp</a:t>
          </a:r>
          <a:r>
            <a:rPr lang="en-US" dirty="0"/>
            <a:t> frontend manual and automated tests</a:t>
          </a:r>
        </a:p>
      </dgm:t>
    </dgm:pt>
    <dgm:pt modelId="{41FF6F8E-2E50-4BF6-A247-340F4F12743E}" type="parTrans" cxnId="{BE8E400A-2809-4C3E-9CDF-08D3F3FEC53E}">
      <dgm:prSet/>
      <dgm:spPr/>
      <dgm:t>
        <a:bodyPr/>
        <a:lstStyle/>
        <a:p>
          <a:endParaRPr lang="en-US"/>
        </a:p>
      </dgm:t>
    </dgm:pt>
    <dgm:pt modelId="{89A7CCE9-04DC-4F32-9551-6CCACD5D290F}" type="sibTrans" cxnId="{BE8E400A-2809-4C3E-9CDF-08D3F3FEC53E}">
      <dgm:prSet/>
      <dgm:spPr/>
      <dgm:t>
        <a:bodyPr/>
        <a:lstStyle/>
        <a:p>
          <a:endParaRPr lang="en-US"/>
        </a:p>
      </dgm:t>
    </dgm:pt>
    <dgm:pt modelId="{58670332-9B46-41F0-B6DC-CA01E3CEA501}">
      <dgm:prSet/>
      <dgm:spPr/>
      <dgm:t>
        <a:bodyPr/>
        <a:lstStyle/>
        <a:p>
          <a:pPr>
            <a:lnSpc>
              <a:spcPct val="100000"/>
            </a:lnSpc>
          </a:pPr>
          <a:r>
            <a:rPr lang="en-US" dirty="0"/>
            <a:t>Authored multiple confluence documents to help new team members with onboarding and share gained knowledge</a:t>
          </a:r>
        </a:p>
      </dgm:t>
    </dgm:pt>
    <dgm:pt modelId="{8DCA9A1F-43B5-4F31-8886-242510EC4090}" type="parTrans" cxnId="{01E010FD-B2A3-46F7-BCE2-9B611C9CAAE5}">
      <dgm:prSet/>
      <dgm:spPr/>
      <dgm:t>
        <a:bodyPr/>
        <a:lstStyle/>
        <a:p>
          <a:endParaRPr lang="en-US"/>
        </a:p>
      </dgm:t>
    </dgm:pt>
    <dgm:pt modelId="{520025A7-C94F-440B-86F4-29CBDDA5A612}" type="sibTrans" cxnId="{01E010FD-B2A3-46F7-BCE2-9B611C9CAAE5}">
      <dgm:prSet/>
      <dgm:spPr/>
      <dgm:t>
        <a:bodyPr/>
        <a:lstStyle/>
        <a:p>
          <a:endParaRPr lang="en-US"/>
        </a:p>
      </dgm:t>
    </dgm:pt>
    <dgm:pt modelId="{4ADB6761-A71E-4084-AF12-50625ECCF80A}" type="pres">
      <dgm:prSet presAssocID="{6EBB535C-8499-4CFA-A716-5E8B4140D406}" presName="root" presStyleCnt="0">
        <dgm:presLayoutVars>
          <dgm:dir/>
          <dgm:resizeHandles val="exact"/>
        </dgm:presLayoutVars>
      </dgm:prSet>
      <dgm:spPr/>
    </dgm:pt>
    <dgm:pt modelId="{4F3E9815-8DE2-4768-8525-B378AAB72E47}" type="pres">
      <dgm:prSet presAssocID="{772969E8-317E-4D46-950B-CC57285B6471}" presName="compNode" presStyleCnt="0"/>
      <dgm:spPr/>
    </dgm:pt>
    <dgm:pt modelId="{897DF7BF-DA3A-4246-84F5-DDC77D9B1532}" type="pres">
      <dgm:prSet presAssocID="{772969E8-317E-4D46-950B-CC57285B6471}" presName="bgRect" presStyleLbl="bgShp" presStyleIdx="0" presStyleCnt="4" custLinFactNeighborX="549"/>
      <dgm:spPr/>
    </dgm:pt>
    <dgm:pt modelId="{4905E1A6-2E63-4149-8241-5C2301421C29}" type="pres">
      <dgm:prSet presAssocID="{772969E8-317E-4D46-950B-CC57285B647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5C27C370-1CF1-4EB1-A20D-E1F7B95B4B50}" type="pres">
      <dgm:prSet presAssocID="{772969E8-317E-4D46-950B-CC57285B6471}" presName="spaceRect" presStyleCnt="0"/>
      <dgm:spPr/>
    </dgm:pt>
    <dgm:pt modelId="{5D7290A0-7FA7-4BD8-9211-435D8C82F71E}" type="pres">
      <dgm:prSet presAssocID="{772969E8-317E-4D46-950B-CC57285B6471}" presName="parTx" presStyleLbl="revTx" presStyleIdx="0" presStyleCnt="4">
        <dgm:presLayoutVars>
          <dgm:chMax val="0"/>
          <dgm:chPref val="0"/>
        </dgm:presLayoutVars>
      </dgm:prSet>
      <dgm:spPr/>
    </dgm:pt>
    <dgm:pt modelId="{2CC6FDCE-BE8D-446A-801A-F35056F75BF7}" type="pres">
      <dgm:prSet presAssocID="{3965ECB3-8729-49C8-A346-6FB301CD3D25}" presName="sibTrans" presStyleCnt="0"/>
      <dgm:spPr/>
    </dgm:pt>
    <dgm:pt modelId="{947377A7-250D-4C10-8F2A-0E893C52B068}" type="pres">
      <dgm:prSet presAssocID="{00CA6EA9-14AE-4294-81CB-4F1772454976}" presName="compNode" presStyleCnt="0"/>
      <dgm:spPr/>
    </dgm:pt>
    <dgm:pt modelId="{435E58A9-B559-4AFE-817C-9F68F4D4CCC5}" type="pres">
      <dgm:prSet presAssocID="{00CA6EA9-14AE-4294-81CB-4F1772454976}" presName="bgRect" presStyleLbl="bgShp" presStyleIdx="1" presStyleCnt="4" custLinFactNeighborX="-15" custLinFactNeighborY="-760"/>
      <dgm:spPr/>
    </dgm:pt>
    <dgm:pt modelId="{3D0FC9E1-FB82-4E4B-AA31-60E41102A0AF}" type="pres">
      <dgm:prSet presAssocID="{00CA6EA9-14AE-4294-81CB-4F177245497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737FF47D-5753-45AA-B5E0-274B06283EC2}" type="pres">
      <dgm:prSet presAssocID="{00CA6EA9-14AE-4294-81CB-4F1772454976}" presName="spaceRect" presStyleCnt="0"/>
      <dgm:spPr/>
    </dgm:pt>
    <dgm:pt modelId="{D8D1B980-A8BD-496E-BEDA-5AE197AC4170}" type="pres">
      <dgm:prSet presAssocID="{00CA6EA9-14AE-4294-81CB-4F1772454976}" presName="parTx" presStyleLbl="revTx" presStyleIdx="1" presStyleCnt="4">
        <dgm:presLayoutVars>
          <dgm:chMax val="0"/>
          <dgm:chPref val="0"/>
        </dgm:presLayoutVars>
      </dgm:prSet>
      <dgm:spPr/>
    </dgm:pt>
    <dgm:pt modelId="{E4157D0E-B6E1-47D2-98FC-2B5A8BBB5346}" type="pres">
      <dgm:prSet presAssocID="{AE1C434E-1871-42E0-ACEE-A7CB67E3109B}" presName="sibTrans" presStyleCnt="0"/>
      <dgm:spPr/>
    </dgm:pt>
    <dgm:pt modelId="{DCC75A61-F37D-4B93-8240-62E29FF21225}" type="pres">
      <dgm:prSet presAssocID="{A4EE4DA4-C516-462C-BB93-9A492F489BF8}" presName="compNode" presStyleCnt="0"/>
      <dgm:spPr/>
    </dgm:pt>
    <dgm:pt modelId="{F249BB7C-44CB-4157-9DDA-3999D2DE8E97}" type="pres">
      <dgm:prSet presAssocID="{A4EE4DA4-C516-462C-BB93-9A492F489BF8}" presName="bgRect" presStyleLbl="bgShp" presStyleIdx="2" presStyleCnt="4" custLinFactNeighborX="-878" custLinFactNeighborY="-1387"/>
      <dgm:spPr/>
    </dgm:pt>
    <dgm:pt modelId="{7BBC9AAE-7E40-4079-80DB-B4E1F86D9293}" type="pres">
      <dgm:prSet presAssocID="{A4EE4DA4-C516-462C-BB93-9A492F489BF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Clipboard Mixed with solid fill"/>
        </a:ext>
      </dgm:extLst>
    </dgm:pt>
    <dgm:pt modelId="{5DE3269F-0A06-4575-A501-E39CAF6653F4}" type="pres">
      <dgm:prSet presAssocID="{A4EE4DA4-C516-462C-BB93-9A492F489BF8}" presName="spaceRect" presStyleCnt="0"/>
      <dgm:spPr/>
    </dgm:pt>
    <dgm:pt modelId="{4F31897F-5EFA-4630-929C-F98C2BD3D62A}" type="pres">
      <dgm:prSet presAssocID="{A4EE4DA4-C516-462C-BB93-9A492F489BF8}" presName="parTx" presStyleLbl="revTx" presStyleIdx="2" presStyleCnt="4">
        <dgm:presLayoutVars>
          <dgm:chMax val="0"/>
          <dgm:chPref val="0"/>
        </dgm:presLayoutVars>
      </dgm:prSet>
      <dgm:spPr/>
    </dgm:pt>
    <dgm:pt modelId="{97F97AD0-6438-48AE-AB44-F4D16A07B925}" type="pres">
      <dgm:prSet presAssocID="{89A7CCE9-04DC-4F32-9551-6CCACD5D290F}" presName="sibTrans" presStyleCnt="0"/>
      <dgm:spPr/>
    </dgm:pt>
    <dgm:pt modelId="{1BFF6958-C93C-4FAD-84DC-0105E26F8BAA}" type="pres">
      <dgm:prSet presAssocID="{58670332-9B46-41F0-B6DC-CA01E3CEA501}" presName="compNode" presStyleCnt="0"/>
      <dgm:spPr/>
    </dgm:pt>
    <dgm:pt modelId="{14F432CB-B6DE-450C-AA38-19B97E4E6822}" type="pres">
      <dgm:prSet presAssocID="{58670332-9B46-41F0-B6DC-CA01E3CEA501}" presName="bgRect" presStyleLbl="bgShp" presStyleIdx="3" presStyleCnt="4"/>
      <dgm:spPr/>
    </dgm:pt>
    <dgm:pt modelId="{198A3D14-9236-4411-9672-AD1EB8C16CD8}" type="pres">
      <dgm:prSet presAssocID="{58670332-9B46-41F0-B6DC-CA01E3CEA50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Quill with solid fill"/>
        </a:ext>
      </dgm:extLst>
    </dgm:pt>
    <dgm:pt modelId="{D54CF402-2EE5-433D-935E-B26E868D5A7F}" type="pres">
      <dgm:prSet presAssocID="{58670332-9B46-41F0-B6DC-CA01E3CEA501}" presName="spaceRect" presStyleCnt="0"/>
      <dgm:spPr/>
    </dgm:pt>
    <dgm:pt modelId="{B70EFBC5-1B20-4C8F-A873-B858EB0EACA5}" type="pres">
      <dgm:prSet presAssocID="{58670332-9B46-41F0-B6DC-CA01E3CEA501}" presName="parTx" presStyleLbl="revTx" presStyleIdx="3" presStyleCnt="4" custScaleX="51879" custLinFactNeighborX="-23609" custLinFactNeighborY="-2331">
        <dgm:presLayoutVars>
          <dgm:chMax val="0"/>
          <dgm:chPref val="0"/>
        </dgm:presLayoutVars>
      </dgm:prSet>
      <dgm:spPr/>
    </dgm:pt>
  </dgm:ptLst>
  <dgm:cxnLst>
    <dgm:cxn modelId="{BE8E400A-2809-4C3E-9CDF-08D3F3FEC53E}" srcId="{6EBB535C-8499-4CFA-A716-5E8B4140D406}" destId="{A4EE4DA4-C516-462C-BB93-9A492F489BF8}" srcOrd="2" destOrd="0" parTransId="{41FF6F8E-2E50-4BF6-A247-340F4F12743E}" sibTransId="{89A7CCE9-04DC-4F32-9551-6CCACD5D290F}"/>
    <dgm:cxn modelId="{EF26CB34-F198-427F-8EB2-A9CBEE364B74}" type="presOf" srcId="{58670332-9B46-41F0-B6DC-CA01E3CEA501}" destId="{B70EFBC5-1B20-4C8F-A873-B858EB0EACA5}" srcOrd="0" destOrd="0" presId="urn:microsoft.com/office/officeart/2018/2/layout/IconVerticalSolidList"/>
    <dgm:cxn modelId="{A792974A-FEFC-4372-AB8B-8D242AC49722}" srcId="{6EBB535C-8499-4CFA-A716-5E8B4140D406}" destId="{00CA6EA9-14AE-4294-81CB-4F1772454976}" srcOrd="1" destOrd="0" parTransId="{79FE3872-B2AD-42E2-B73A-3AC608E0D6CA}" sibTransId="{AE1C434E-1871-42E0-ACEE-A7CB67E3109B}"/>
    <dgm:cxn modelId="{7E3AD54C-388D-4275-8FD5-C19287422429}" srcId="{6EBB535C-8499-4CFA-A716-5E8B4140D406}" destId="{772969E8-317E-4D46-950B-CC57285B6471}" srcOrd="0" destOrd="0" parTransId="{456E4F4A-E261-40AD-B081-A02497DFB97C}" sibTransId="{3965ECB3-8729-49C8-A346-6FB301CD3D25}"/>
    <dgm:cxn modelId="{248ACE82-2284-4D0B-B91F-3682DEC02CFB}" type="presOf" srcId="{00CA6EA9-14AE-4294-81CB-4F1772454976}" destId="{D8D1B980-A8BD-496E-BEDA-5AE197AC4170}" srcOrd="0" destOrd="0" presId="urn:microsoft.com/office/officeart/2018/2/layout/IconVerticalSolidList"/>
    <dgm:cxn modelId="{24B750B7-0374-4157-BA68-9014983AD331}" type="presOf" srcId="{A4EE4DA4-C516-462C-BB93-9A492F489BF8}" destId="{4F31897F-5EFA-4630-929C-F98C2BD3D62A}" srcOrd="0" destOrd="0" presId="urn:microsoft.com/office/officeart/2018/2/layout/IconVerticalSolidList"/>
    <dgm:cxn modelId="{6624FDC7-5A13-49A8-89FE-6186CF7F1138}" type="presOf" srcId="{772969E8-317E-4D46-950B-CC57285B6471}" destId="{5D7290A0-7FA7-4BD8-9211-435D8C82F71E}" srcOrd="0" destOrd="0" presId="urn:microsoft.com/office/officeart/2018/2/layout/IconVerticalSolidList"/>
    <dgm:cxn modelId="{62E6D9D3-01E9-4532-B9B0-BD1268BE650E}" type="presOf" srcId="{6EBB535C-8499-4CFA-A716-5E8B4140D406}" destId="{4ADB6761-A71E-4084-AF12-50625ECCF80A}" srcOrd="0" destOrd="0" presId="urn:microsoft.com/office/officeart/2018/2/layout/IconVerticalSolidList"/>
    <dgm:cxn modelId="{01E010FD-B2A3-46F7-BCE2-9B611C9CAAE5}" srcId="{6EBB535C-8499-4CFA-A716-5E8B4140D406}" destId="{58670332-9B46-41F0-B6DC-CA01E3CEA501}" srcOrd="3" destOrd="0" parTransId="{8DCA9A1F-43B5-4F31-8886-242510EC4090}" sibTransId="{520025A7-C94F-440B-86F4-29CBDDA5A612}"/>
    <dgm:cxn modelId="{D2C3C5B6-8423-4359-B3CE-5E1350D64D8D}" type="presParOf" srcId="{4ADB6761-A71E-4084-AF12-50625ECCF80A}" destId="{4F3E9815-8DE2-4768-8525-B378AAB72E47}" srcOrd="0" destOrd="0" presId="urn:microsoft.com/office/officeart/2018/2/layout/IconVerticalSolidList"/>
    <dgm:cxn modelId="{F7868E9B-953F-47DC-891C-8E3151C73FB3}" type="presParOf" srcId="{4F3E9815-8DE2-4768-8525-B378AAB72E47}" destId="{897DF7BF-DA3A-4246-84F5-DDC77D9B1532}" srcOrd="0" destOrd="0" presId="urn:microsoft.com/office/officeart/2018/2/layout/IconVerticalSolidList"/>
    <dgm:cxn modelId="{8D10067F-3481-46CC-8AE7-643DA6C051E3}" type="presParOf" srcId="{4F3E9815-8DE2-4768-8525-B378AAB72E47}" destId="{4905E1A6-2E63-4149-8241-5C2301421C29}" srcOrd="1" destOrd="0" presId="urn:microsoft.com/office/officeart/2018/2/layout/IconVerticalSolidList"/>
    <dgm:cxn modelId="{B927E5AD-7EF9-4518-8476-18599C88F693}" type="presParOf" srcId="{4F3E9815-8DE2-4768-8525-B378AAB72E47}" destId="{5C27C370-1CF1-4EB1-A20D-E1F7B95B4B50}" srcOrd="2" destOrd="0" presId="urn:microsoft.com/office/officeart/2018/2/layout/IconVerticalSolidList"/>
    <dgm:cxn modelId="{2EC877B6-207E-4532-90FA-F41B9C1FA93E}" type="presParOf" srcId="{4F3E9815-8DE2-4768-8525-B378AAB72E47}" destId="{5D7290A0-7FA7-4BD8-9211-435D8C82F71E}" srcOrd="3" destOrd="0" presId="urn:microsoft.com/office/officeart/2018/2/layout/IconVerticalSolidList"/>
    <dgm:cxn modelId="{02C466F7-9BF9-4D7C-ADC6-D3EAA7C08F2E}" type="presParOf" srcId="{4ADB6761-A71E-4084-AF12-50625ECCF80A}" destId="{2CC6FDCE-BE8D-446A-801A-F35056F75BF7}" srcOrd="1" destOrd="0" presId="urn:microsoft.com/office/officeart/2018/2/layout/IconVerticalSolidList"/>
    <dgm:cxn modelId="{0FC7BBEF-4DC9-4383-93F0-630367046E00}" type="presParOf" srcId="{4ADB6761-A71E-4084-AF12-50625ECCF80A}" destId="{947377A7-250D-4C10-8F2A-0E893C52B068}" srcOrd="2" destOrd="0" presId="urn:microsoft.com/office/officeart/2018/2/layout/IconVerticalSolidList"/>
    <dgm:cxn modelId="{ED06663B-C8D6-4D0D-BD10-3584B37469A1}" type="presParOf" srcId="{947377A7-250D-4C10-8F2A-0E893C52B068}" destId="{435E58A9-B559-4AFE-817C-9F68F4D4CCC5}" srcOrd="0" destOrd="0" presId="urn:microsoft.com/office/officeart/2018/2/layout/IconVerticalSolidList"/>
    <dgm:cxn modelId="{6C9287DF-E894-4C2A-9CC9-7597832DF6A0}" type="presParOf" srcId="{947377A7-250D-4C10-8F2A-0E893C52B068}" destId="{3D0FC9E1-FB82-4E4B-AA31-60E41102A0AF}" srcOrd="1" destOrd="0" presId="urn:microsoft.com/office/officeart/2018/2/layout/IconVerticalSolidList"/>
    <dgm:cxn modelId="{60FBE086-BAB4-4AFE-9150-B2F37A1F2FF0}" type="presParOf" srcId="{947377A7-250D-4C10-8F2A-0E893C52B068}" destId="{737FF47D-5753-45AA-B5E0-274B06283EC2}" srcOrd="2" destOrd="0" presId="urn:microsoft.com/office/officeart/2018/2/layout/IconVerticalSolidList"/>
    <dgm:cxn modelId="{F751012B-B441-427B-AB88-AAD29393AC6D}" type="presParOf" srcId="{947377A7-250D-4C10-8F2A-0E893C52B068}" destId="{D8D1B980-A8BD-496E-BEDA-5AE197AC4170}" srcOrd="3" destOrd="0" presId="urn:microsoft.com/office/officeart/2018/2/layout/IconVerticalSolidList"/>
    <dgm:cxn modelId="{899F8DA1-529F-44C9-A4D4-A601895AE523}" type="presParOf" srcId="{4ADB6761-A71E-4084-AF12-50625ECCF80A}" destId="{E4157D0E-B6E1-47D2-98FC-2B5A8BBB5346}" srcOrd="3" destOrd="0" presId="urn:microsoft.com/office/officeart/2018/2/layout/IconVerticalSolidList"/>
    <dgm:cxn modelId="{E47D32B3-83F3-42E1-B0C6-3FADB4E2BF89}" type="presParOf" srcId="{4ADB6761-A71E-4084-AF12-50625ECCF80A}" destId="{DCC75A61-F37D-4B93-8240-62E29FF21225}" srcOrd="4" destOrd="0" presId="urn:microsoft.com/office/officeart/2018/2/layout/IconVerticalSolidList"/>
    <dgm:cxn modelId="{81383361-D0AD-4577-B0BC-87DEFDCDDCF4}" type="presParOf" srcId="{DCC75A61-F37D-4B93-8240-62E29FF21225}" destId="{F249BB7C-44CB-4157-9DDA-3999D2DE8E97}" srcOrd="0" destOrd="0" presId="urn:microsoft.com/office/officeart/2018/2/layout/IconVerticalSolidList"/>
    <dgm:cxn modelId="{0CF5CA96-A377-4597-B311-8DB3BD45D158}" type="presParOf" srcId="{DCC75A61-F37D-4B93-8240-62E29FF21225}" destId="{7BBC9AAE-7E40-4079-80DB-B4E1F86D9293}" srcOrd="1" destOrd="0" presId="urn:microsoft.com/office/officeart/2018/2/layout/IconVerticalSolidList"/>
    <dgm:cxn modelId="{B8137C07-FE77-425D-9CBE-1DD935C90252}" type="presParOf" srcId="{DCC75A61-F37D-4B93-8240-62E29FF21225}" destId="{5DE3269F-0A06-4575-A501-E39CAF6653F4}" srcOrd="2" destOrd="0" presId="urn:microsoft.com/office/officeart/2018/2/layout/IconVerticalSolidList"/>
    <dgm:cxn modelId="{90F2DDDB-80F6-4677-A59F-39E6F4593A07}" type="presParOf" srcId="{DCC75A61-F37D-4B93-8240-62E29FF21225}" destId="{4F31897F-5EFA-4630-929C-F98C2BD3D62A}" srcOrd="3" destOrd="0" presId="urn:microsoft.com/office/officeart/2018/2/layout/IconVerticalSolidList"/>
    <dgm:cxn modelId="{330C383A-1D35-4441-9D07-94FF5283D101}" type="presParOf" srcId="{4ADB6761-A71E-4084-AF12-50625ECCF80A}" destId="{97F97AD0-6438-48AE-AB44-F4D16A07B925}" srcOrd="5" destOrd="0" presId="urn:microsoft.com/office/officeart/2018/2/layout/IconVerticalSolidList"/>
    <dgm:cxn modelId="{49D213B9-C1CD-4DE7-8160-36FDA463085C}" type="presParOf" srcId="{4ADB6761-A71E-4084-AF12-50625ECCF80A}" destId="{1BFF6958-C93C-4FAD-84DC-0105E26F8BAA}" srcOrd="6" destOrd="0" presId="urn:microsoft.com/office/officeart/2018/2/layout/IconVerticalSolidList"/>
    <dgm:cxn modelId="{46D593AF-B385-43E4-ACF4-09F1E865240F}" type="presParOf" srcId="{1BFF6958-C93C-4FAD-84DC-0105E26F8BAA}" destId="{14F432CB-B6DE-450C-AA38-19B97E4E6822}" srcOrd="0" destOrd="0" presId="urn:microsoft.com/office/officeart/2018/2/layout/IconVerticalSolidList"/>
    <dgm:cxn modelId="{B0EA5E96-7CEF-474C-8C9B-C2ABA15EDF7D}" type="presParOf" srcId="{1BFF6958-C93C-4FAD-84DC-0105E26F8BAA}" destId="{198A3D14-9236-4411-9672-AD1EB8C16CD8}" srcOrd="1" destOrd="0" presId="urn:microsoft.com/office/officeart/2018/2/layout/IconVerticalSolidList"/>
    <dgm:cxn modelId="{01F64949-E657-46CA-B917-693FB0F32F04}" type="presParOf" srcId="{1BFF6958-C93C-4FAD-84DC-0105E26F8BAA}" destId="{D54CF402-2EE5-433D-935E-B26E868D5A7F}" srcOrd="2" destOrd="0" presId="urn:microsoft.com/office/officeart/2018/2/layout/IconVerticalSolidList"/>
    <dgm:cxn modelId="{C52C16FA-EA6C-4551-B572-BF11AFEDBBC0}" type="presParOf" srcId="{1BFF6958-C93C-4FAD-84DC-0105E26F8BAA}" destId="{B70EFBC5-1B20-4C8F-A873-B858EB0EACA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53F84FB-E1D4-4211-95D9-0AA264B0896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A1C37C2-94A1-456B-82CB-680CE8C4EFC8}">
      <dgm:prSet/>
      <dgm:spPr/>
      <dgm:t>
        <a:bodyPr/>
        <a:lstStyle/>
        <a:p>
          <a:pPr>
            <a:lnSpc>
              <a:spcPct val="100000"/>
            </a:lnSpc>
          </a:pPr>
          <a:endParaRPr lang="en-US" dirty="0"/>
        </a:p>
      </dgm:t>
    </dgm:pt>
    <dgm:pt modelId="{A29BBC1F-DCB3-43A4-98E9-A7AA07B117A5}" type="parTrans" cxnId="{BFCA3D63-92DD-4A8F-95CF-3A384F6FFACC}">
      <dgm:prSet/>
      <dgm:spPr/>
      <dgm:t>
        <a:bodyPr/>
        <a:lstStyle/>
        <a:p>
          <a:endParaRPr lang="en-US"/>
        </a:p>
      </dgm:t>
    </dgm:pt>
    <dgm:pt modelId="{AA3B899F-992E-459A-AE10-33C770023190}" type="sibTrans" cxnId="{BFCA3D63-92DD-4A8F-95CF-3A384F6FFACC}">
      <dgm:prSet/>
      <dgm:spPr/>
      <dgm:t>
        <a:bodyPr/>
        <a:lstStyle/>
        <a:p>
          <a:endParaRPr lang="en-US"/>
        </a:p>
      </dgm:t>
    </dgm:pt>
    <dgm:pt modelId="{064E8352-86EE-40FE-8930-91D393E923A4}">
      <dgm:prSet/>
      <dgm:spPr/>
      <dgm:t>
        <a:bodyPr/>
        <a:lstStyle/>
        <a:p>
          <a:pPr>
            <a:lnSpc>
              <a:spcPct val="100000"/>
            </a:lnSpc>
          </a:pPr>
          <a:r>
            <a:rPr lang="en-US" dirty="0"/>
            <a:t>Now on a LTS Angular version (v2 to v15 are no longer supported)</a:t>
          </a:r>
        </a:p>
      </dgm:t>
    </dgm:pt>
    <dgm:pt modelId="{B8FC1CE5-C170-4C3C-AECB-88631541EE68}" type="parTrans" cxnId="{F930B8F3-21DF-40B2-872D-55B5395CA2A5}">
      <dgm:prSet/>
      <dgm:spPr/>
      <dgm:t>
        <a:bodyPr/>
        <a:lstStyle/>
        <a:p>
          <a:endParaRPr lang="en-US"/>
        </a:p>
      </dgm:t>
    </dgm:pt>
    <dgm:pt modelId="{BE125D47-0974-4525-94EA-1EAD58FA23A8}" type="sibTrans" cxnId="{F930B8F3-21DF-40B2-872D-55B5395CA2A5}">
      <dgm:prSet/>
      <dgm:spPr/>
      <dgm:t>
        <a:bodyPr/>
        <a:lstStyle/>
        <a:p>
          <a:endParaRPr lang="en-US"/>
        </a:p>
      </dgm:t>
    </dgm:pt>
    <dgm:pt modelId="{552AB38A-D895-4256-817E-173F5C79206C}">
      <dgm:prSet/>
      <dgm:spPr/>
      <dgm:t>
        <a:bodyPr/>
        <a:lstStyle/>
        <a:p>
          <a:pPr>
            <a:lnSpc>
              <a:spcPct val="100000"/>
            </a:lnSpc>
          </a:pPr>
          <a:r>
            <a:rPr lang="en-US" dirty="0"/>
            <a:t>More secure applications </a:t>
          </a:r>
        </a:p>
      </dgm:t>
    </dgm:pt>
    <dgm:pt modelId="{B444C868-6F1E-4CB0-B0B3-ED9C265AE4AE}" type="parTrans" cxnId="{DDB2A1FB-849D-40C0-B8DF-4AAF43493DE1}">
      <dgm:prSet/>
      <dgm:spPr/>
      <dgm:t>
        <a:bodyPr/>
        <a:lstStyle/>
        <a:p>
          <a:endParaRPr lang="en-US"/>
        </a:p>
      </dgm:t>
    </dgm:pt>
    <dgm:pt modelId="{16135E3B-34F0-4B13-8EEB-B93087536972}" type="sibTrans" cxnId="{DDB2A1FB-849D-40C0-B8DF-4AAF43493DE1}">
      <dgm:prSet/>
      <dgm:spPr/>
      <dgm:t>
        <a:bodyPr/>
        <a:lstStyle/>
        <a:p>
          <a:endParaRPr lang="en-US"/>
        </a:p>
      </dgm:t>
    </dgm:pt>
    <dgm:pt modelId="{8C885835-E635-4748-80C0-143404FE1DBA}">
      <dgm:prSet/>
      <dgm:spPr/>
      <dgm:t>
        <a:bodyPr/>
        <a:lstStyle/>
        <a:p>
          <a:pPr>
            <a:lnSpc>
              <a:spcPct val="100000"/>
            </a:lnSpc>
          </a:pPr>
          <a:r>
            <a:rPr lang="en-US" dirty="0"/>
            <a:t>Less susceptible to attacks that can compromise user data </a:t>
          </a:r>
        </a:p>
      </dgm:t>
    </dgm:pt>
    <dgm:pt modelId="{2011ACDB-9D1B-476B-8DFA-AC6292514AF1}" type="sibTrans" cxnId="{CDA43B13-9F49-4C6B-A002-C985A54FC11A}">
      <dgm:prSet/>
      <dgm:spPr/>
      <dgm:t>
        <a:bodyPr/>
        <a:lstStyle/>
        <a:p>
          <a:endParaRPr lang="en-US"/>
        </a:p>
      </dgm:t>
    </dgm:pt>
    <dgm:pt modelId="{51425575-AFA3-42D0-9D50-6AB2FF2AFC8C}" type="parTrans" cxnId="{CDA43B13-9F49-4C6B-A002-C985A54FC11A}">
      <dgm:prSet/>
      <dgm:spPr/>
      <dgm:t>
        <a:bodyPr/>
        <a:lstStyle/>
        <a:p>
          <a:endParaRPr lang="en-US"/>
        </a:p>
      </dgm:t>
    </dgm:pt>
    <dgm:pt modelId="{CE9CB280-95E7-497A-88A3-486709D5A21B}">
      <dgm:prSet/>
      <dgm:spPr/>
      <dgm:t>
        <a:bodyPr/>
        <a:lstStyle/>
        <a:p>
          <a:pPr>
            <a:lnSpc>
              <a:spcPct val="100000"/>
            </a:lnSpc>
          </a:pPr>
          <a:r>
            <a:rPr lang="en-US" dirty="0"/>
            <a:t>Advanced the migration of ICP0 frontend applications to OCP4</a:t>
          </a:r>
        </a:p>
      </dgm:t>
    </dgm:pt>
    <dgm:pt modelId="{A76A0920-377A-425B-B688-E8E90311E3F6}" type="sibTrans" cxnId="{66EF6B35-66EC-4BBE-B799-E5AD911A2B97}">
      <dgm:prSet/>
      <dgm:spPr/>
      <dgm:t>
        <a:bodyPr/>
        <a:lstStyle/>
        <a:p>
          <a:endParaRPr lang="en-US"/>
        </a:p>
      </dgm:t>
    </dgm:pt>
    <dgm:pt modelId="{AFE9D2CB-9A44-43FD-B58B-8B12DDA6E66B}" type="parTrans" cxnId="{66EF6B35-66EC-4BBE-B799-E5AD911A2B97}">
      <dgm:prSet/>
      <dgm:spPr/>
      <dgm:t>
        <a:bodyPr/>
        <a:lstStyle/>
        <a:p>
          <a:endParaRPr lang="en-US"/>
        </a:p>
      </dgm:t>
    </dgm:pt>
    <dgm:pt modelId="{D0FAEED4-91CE-4A6D-9152-7DE048314531}" type="pres">
      <dgm:prSet presAssocID="{E53F84FB-E1D4-4211-95D9-0AA264B0896C}" presName="root" presStyleCnt="0">
        <dgm:presLayoutVars>
          <dgm:dir/>
          <dgm:resizeHandles val="exact"/>
        </dgm:presLayoutVars>
      </dgm:prSet>
      <dgm:spPr/>
    </dgm:pt>
    <dgm:pt modelId="{423A4A80-73EC-404B-B779-BD7BCBDC4C8E}" type="pres">
      <dgm:prSet presAssocID="{CE9CB280-95E7-497A-88A3-486709D5A21B}" presName="compNode" presStyleCnt="0"/>
      <dgm:spPr/>
    </dgm:pt>
    <dgm:pt modelId="{4691065C-6266-48BC-AAEB-E913B1E2B063}" type="pres">
      <dgm:prSet presAssocID="{CE9CB280-95E7-497A-88A3-486709D5A21B}" presName="bgRect" presStyleLbl="bgShp" presStyleIdx="0" presStyleCnt="3" custLinFactNeighborX="549" custLinFactNeighborY="2191"/>
      <dgm:spPr/>
    </dgm:pt>
    <dgm:pt modelId="{04BB60DD-2FC0-4DE5-AA36-4120051646D6}" type="pres">
      <dgm:prSet presAssocID="{CE9CB280-95E7-497A-88A3-486709D5A21B}"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Internet Of Things with solid fill"/>
        </a:ext>
      </dgm:extLst>
    </dgm:pt>
    <dgm:pt modelId="{3AAFBAEA-DD40-43BD-96A0-F2AFBBE5A5D3}" type="pres">
      <dgm:prSet presAssocID="{CE9CB280-95E7-497A-88A3-486709D5A21B}" presName="spaceRect" presStyleCnt="0"/>
      <dgm:spPr/>
    </dgm:pt>
    <dgm:pt modelId="{8E209352-51EC-4D9B-AEE5-323870032218}" type="pres">
      <dgm:prSet presAssocID="{CE9CB280-95E7-497A-88A3-486709D5A21B}" presName="parTx" presStyleLbl="revTx" presStyleIdx="0" presStyleCnt="5" custScaleX="162624" custLinFactNeighborX="35209" custLinFactNeighborY="-43">
        <dgm:presLayoutVars>
          <dgm:chMax val="0"/>
          <dgm:chPref val="0"/>
        </dgm:presLayoutVars>
      </dgm:prSet>
      <dgm:spPr/>
    </dgm:pt>
    <dgm:pt modelId="{72EAAF12-1369-4E75-9175-D11E638DF0C0}" type="pres">
      <dgm:prSet presAssocID="{CE9CB280-95E7-497A-88A3-486709D5A21B}" presName="desTx" presStyleLbl="revTx" presStyleIdx="1" presStyleCnt="5">
        <dgm:presLayoutVars/>
      </dgm:prSet>
      <dgm:spPr/>
    </dgm:pt>
    <dgm:pt modelId="{15AE54F4-6498-4A17-AB6F-9D00D3CAD979}" type="pres">
      <dgm:prSet presAssocID="{A76A0920-377A-425B-B688-E8E90311E3F6}" presName="sibTrans" presStyleCnt="0"/>
      <dgm:spPr/>
    </dgm:pt>
    <dgm:pt modelId="{0F24F144-E8B7-4F22-BB2E-DBE2EC8CFA5D}" type="pres">
      <dgm:prSet presAssocID="{064E8352-86EE-40FE-8930-91D393E923A4}" presName="compNode" presStyleCnt="0"/>
      <dgm:spPr/>
    </dgm:pt>
    <dgm:pt modelId="{A1D07800-2779-4C69-B7F2-B0727A2E617F}" type="pres">
      <dgm:prSet presAssocID="{064E8352-86EE-40FE-8930-91D393E923A4}" presName="bgRect" presStyleLbl="bgShp" presStyleIdx="1" presStyleCnt="3"/>
      <dgm:spPr/>
    </dgm:pt>
    <dgm:pt modelId="{6D6B0E5D-1619-4A68-94F1-0AD116A63AD9}" type="pres">
      <dgm:prSet presAssocID="{064E8352-86EE-40FE-8930-91D393E923A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CBF33665-FA45-458C-B732-91B19F0E4E95}" type="pres">
      <dgm:prSet presAssocID="{064E8352-86EE-40FE-8930-91D393E923A4}" presName="spaceRect" presStyleCnt="0"/>
      <dgm:spPr/>
    </dgm:pt>
    <dgm:pt modelId="{0AC216C8-B49B-4B30-9404-967DB3D5F77B}" type="pres">
      <dgm:prSet presAssocID="{064E8352-86EE-40FE-8930-91D393E923A4}" presName="parTx" presStyleLbl="revTx" presStyleIdx="2" presStyleCnt="5" custScaleX="97538">
        <dgm:presLayoutVars>
          <dgm:chMax val="0"/>
          <dgm:chPref val="0"/>
        </dgm:presLayoutVars>
      </dgm:prSet>
      <dgm:spPr/>
    </dgm:pt>
    <dgm:pt modelId="{34AEA231-C61C-4F23-B88D-365D772B0AA0}" type="pres">
      <dgm:prSet presAssocID="{BE125D47-0974-4525-94EA-1EAD58FA23A8}" presName="sibTrans" presStyleCnt="0"/>
      <dgm:spPr/>
    </dgm:pt>
    <dgm:pt modelId="{A43C2891-F9CB-41C0-B960-B26EA3D461DE}" type="pres">
      <dgm:prSet presAssocID="{552AB38A-D895-4256-817E-173F5C79206C}" presName="compNode" presStyleCnt="0"/>
      <dgm:spPr/>
    </dgm:pt>
    <dgm:pt modelId="{57D3756E-A165-4D08-B75B-C9A5D5203B5C}" type="pres">
      <dgm:prSet presAssocID="{552AB38A-D895-4256-817E-173F5C79206C}" presName="bgRect" presStyleLbl="bgShp" presStyleIdx="2" presStyleCnt="3" custLinFactNeighborX="-19227" custLinFactNeighborY="6702"/>
      <dgm:spPr/>
    </dgm:pt>
    <dgm:pt modelId="{FA2AABE0-1E79-4B64-90E5-6E574DB944CC}" type="pres">
      <dgm:prSet presAssocID="{552AB38A-D895-4256-817E-173F5C79206C}" presName="iconRect" presStyleLbl="node1" presStyleIdx="2" presStyleCnt="3"/>
      <dgm:spPr>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pt>
    <dgm:pt modelId="{6A47E856-35F9-415A-BFDD-7274E42092A4}" type="pres">
      <dgm:prSet presAssocID="{552AB38A-D895-4256-817E-173F5C79206C}" presName="spaceRect" presStyleCnt="0"/>
      <dgm:spPr/>
    </dgm:pt>
    <dgm:pt modelId="{4B34655E-4D0B-4261-B906-BEBE0573C7C5}" type="pres">
      <dgm:prSet presAssocID="{552AB38A-D895-4256-817E-173F5C79206C}" presName="parTx" presStyleLbl="revTx" presStyleIdx="3" presStyleCnt="5" custScaleX="96109">
        <dgm:presLayoutVars>
          <dgm:chMax val="0"/>
          <dgm:chPref val="0"/>
        </dgm:presLayoutVars>
      </dgm:prSet>
      <dgm:spPr/>
    </dgm:pt>
    <dgm:pt modelId="{F8F1879B-2C6C-482F-AB69-F811C14EEE99}" type="pres">
      <dgm:prSet presAssocID="{552AB38A-D895-4256-817E-173F5C79206C}" presName="desTx" presStyleLbl="revTx" presStyleIdx="4" presStyleCnt="5">
        <dgm:presLayoutVars/>
      </dgm:prSet>
      <dgm:spPr/>
    </dgm:pt>
  </dgm:ptLst>
  <dgm:cxnLst>
    <dgm:cxn modelId="{22F13104-7E84-4DCF-9787-C9A3C21573F6}" type="presOf" srcId="{E53F84FB-E1D4-4211-95D9-0AA264B0896C}" destId="{D0FAEED4-91CE-4A6D-9152-7DE048314531}" srcOrd="0" destOrd="0" presId="urn:microsoft.com/office/officeart/2018/2/layout/IconVerticalSolidList"/>
    <dgm:cxn modelId="{90EC400D-E582-478D-8FF9-8D6D149DF467}" type="presOf" srcId="{DA1C37C2-94A1-456B-82CB-680CE8C4EFC8}" destId="{72EAAF12-1369-4E75-9175-D11E638DF0C0}" srcOrd="0" destOrd="0" presId="urn:microsoft.com/office/officeart/2018/2/layout/IconVerticalSolidList"/>
    <dgm:cxn modelId="{CDA43B13-9F49-4C6B-A002-C985A54FC11A}" srcId="{552AB38A-D895-4256-817E-173F5C79206C}" destId="{8C885835-E635-4748-80C0-143404FE1DBA}" srcOrd="0" destOrd="0" parTransId="{51425575-AFA3-42D0-9D50-6AB2FF2AFC8C}" sibTransId="{2011ACDB-9D1B-476B-8DFA-AC6292514AF1}"/>
    <dgm:cxn modelId="{FB2DF830-6FEC-4085-A65C-C2C742A67DF6}" type="presOf" srcId="{064E8352-86EE-40FE-8930-91D393E923A4}" destId="{0AC216C8-B49B-4B30-9404-967DB3D5F77B}" srcOrd="0" destOrd="0" presId="urn:microsoft.com/office/officeart/2018/2/layout/IconVerticalSolidList"/>
    <dgm:cxn modelId="{66EF6B35-66EC-4BBE-B799-E5AD911A2B97}" srcId="{E53F84FB-E1D4-4211-95D9-0AA264B0896C}" destId="{CE9CB280-95E7-497A-88A3-486709D5A21B}" srcOrd="0" destOrd="0" parTransId="{AFE9D2CB-9A44-43FD-B58B-8B12DDA6E66B}" sibTransId="{A76A0920-377A-425B-B688-E8E90311E3F6}"/>
    <dgm:cxn modelId="{6A492036-6ADA-4F20-8F52-4D3CAB95238E}" type="presOf" srcId="{CE9CB280-95E7-497A-88A3-486709D5A21B}" destId="{8E209352-51EC-4D9B-AEE5-323870032218}" srcOrd="0" destOrd="0" presId="urn:microsoft.com/office/officeart/2018/2/layout/IconVerticalSolidList"/>
    <dgm:cxn modelId="{BFCA3D63-92DD-4A8F-95CF-3A384F6FFACC}" srcId="{CE9CB280-95E7-497A-88A3-486709D5A21B}" destId="{DA1C37C2-94A1-456B-82CB-680CE8C4EFC8}" srcOrd="0" destOrd="0" parTransId="{A29BBC1F-DCB3-43A4-98E9-A7AA07B117A5}" sibTransId="{AA3B899F-992E-459A-AE10-33C770023190}"/>
    <dgm:cxn modelId="{6BFE7E84-371E-49B1-8D43-0F84538B278A}" type="presOf" srcId="{8C885835-E635-4748-80C0-143404FE1DBA}" destId="{F8F1879B-2C6C-482F-AB69-F811C14EEE99}" srcOrd="0" destOrd="0" presId="urn:microsoft.com/office/officeart/2018/2/layout/IconVerticalSolidList"/>
    <dgm:cxn modelId="{97FF5EAE-405B-4FA2-80BA-6D61483A97D6}" type="presOf" srcId="{552AB38A-D895-4256-817E-173F5C79206C}" destId="{4B34655E-4D0B-4261-B906-BEBE0573C7C5}" srcOrd="0" destOrd="0" presId="urn:microsoft.com/office/officeart/2018/2/layout/IconVerticalSolidList"/>
    <dgm:cxn modelId="{F930B8F3-21DF-40B2-872D-55B5395CA2A5}" srcId="{E53F84FB-E1D4-4211-95D9-0AA264B0896C}" destId="{064E8352-86EE-40FE-8930-91D393E923A4}" srcOrd="1" destOrd="0" parTransId="{B8FC1CE5-C170-4C3C-AECB-88631541EE68}" sibTransId="{BE125D47-0974-4525-94EA-1EAD58FA23A8}"/>
    <dgm:cxn modelId="{DDB2A1FB-849D-40C0-B8DF-4AAF43493DE1}" srcId="{E53F84FB-E1D4-4211-95D9-0AA264B0896C}" destId="{552AB38A-D895-4256-817E-173F5C79206C}" srcOrd="2" destOrd="0" parTransId="{B444C868-6F1E-4CB0-B0B3-ED9C265AE4AE}" sibTransId="{16135E3B-34F0-4B13-8EEB-B93087536972}"/>
    <dgm:cxn modelId="{580DDD8E-273F-4ECC-A98A-492632456A2C}" type="presParOf" srcId="{D0FAEED4-91CE-4A6D-9152-7DE048314531}" destId="{423A4A80-73EC-404B-B779-BD7BCBDC4C8E}" srcOrd="0" destOrd="0" presId="urn:microsoft.com/office/officeart/2018/2/layout/IconVerticalSolidList"/>
    <dgm:cxn modelId="{B11A4F71-A707-4D55-A96C-A1B3EB6E3120}" type="presParOf" srcId="{423A4A80-73EC-404B-B779-BD7BCBDC4C8E}" destId="{4691065C-6266-48BC-AAEB-E913B1E2B063}" srcOrd="0" destOrd="0" presId="urn:microsoft.com/office/officeart/2018/2/layout/IconVerticalSolidList"/>
    <dgm:cxn modelId="{D1CC608F-745B-475A-87AB-C3F36082863C}" type="presParOf" srcId="{423A4A80-73EC-404B-B779-BD7BCBDC4C8E}" destId="{04BB60DD-2FC0-4DE5-AA36-4120051646D6}" srcOrd="1" destOrd="0" presId="urn:microsoft.com/office/officeart/2018/2/layout/IconVerticalSolidList"/>
    <dgm:cxn modelId="{C1EFE67E-9740-4D68-82A8-19257EE04863}" type="presParOf" srcId="{423A4A80-73EC-404B-B779-BD7BCBDC4C8E}" destId="{3AAFBAEA-DD40-43BD-96A0-F2AFBBE5A5D3}" srcOrd="2" destOrd="0" presId="urn:microsoft.com/office/officeart/2018/2/layout/IconVerticalSolidList"/>
    <dgm:cxn modelId="{A4536D04-F3AD-4C71-A01D-FBEEB1775D1C}" type="presParOf" srcId="{423A4A80-73EC-404B-B779-BD7BCBDC4C8E}" destId="{8E209352-51EC-4D9B-AEE5-323870032218}" srcOrd="3" destOrd="0" presId="urn:microsoft.com/office/officeart/2018/2/layout/IconVerticalSolidList"/>
    <dgm:cxn modelId="{F23FDE6F-CD5C-4099-9042-FA89B5469BD5}" type="presParOf" srcId="{423A4A80-73EC-404B-B779-BD7BCBDC4C8E}" destId="{72EAAF12-1369-4E75-9175-D11E638DF0C0}" srcOrd="4" destOrd="0" presId="urn:microsoft.com/office/officeart/2018/2/layout/IconVerticalSolidList"/>
    <dgm:cxn modelId="{D2121F16-4A92-46BA-A814-C16A8922EBF7}" type="presParOf" srcId="{D0FAEED4-91CE-4A6D-9152-7DE048314531}" destId="{15AE54F4-6498-4A17-AB6F-9D00D3CAD979}" srcOrd="1" destOrd="0" presId="urn:microsoft.com/office/officeart/2018/2/layout/IconVerticalSolidList"/>
    <dgm:cxn modelId="{B0D969B2-9562-423F-BE28-D0BED4E26D9A}" type="presParOf" srcId="{D0FAEED4-91CE-4A6D-9152-7DE048314531}" destId="{0F24F144-E8B7-4F22-BB2E-DBE2EC8CFA5D}" srcOrd="2" destOrd="0" presId="urn:microsoft.com/office/officeart/2018/2/layout/IconVerticalSolidList"/>
    <dgm:cxn modelId="{592425A6-DB46-45A1-BDAE-FA5FF45D34D5}" type="presParOf" srcId="{0F24F144-E8B7-4F22-BB2E-DBE2EC8CFA5D}" destId="{A1D07800-2779-4C69-B7F2-B0727A2E617F}" srcOrd="0" destOrd="0" presId="urn:microsoft.com/office/officeart/2018/2/layout/IconVerticalSolidList"/>
    <dgm:cxn modelId="{AB3C8E11-3A33-43BB-8087-7CF10301A352}" type="presParOf" srcId="{0F24F144-E8B7-4F22-BB2E-DBE2EC8CFA5D}" destId="{6D6B0E5D-1619-4A68-94F1-0AD116A63AD9}" srcOrd="1" destOrd="0" presId="urn:microsoft.com/office/officeart/2018/2/layout/IconVerticalSolidList"/>
    <dgm:cxn modelId="{21E78FFF-C60F-43E7-B677-27E72A7AB5D6}" type="presParOf" srcId="{0F24F144-E8B7-4F22-BB2E-DBE2EC8CFA5D}" destId="{CBF33665-FA45-458C-B732-91B19F0E4E95}" srcOrd="2" destOrd="0" presId="urn:microsoft.com/office/officeart/2018/2/layout/IconVerticalSolidList"/>
    <dgm:cxn modelId="{151E41BD-3DDA-4F46-928F-8A7483AC042C}" type="presParOf" srcId="{0F24F144-E8B7-4F22-BB2E-DBE2EC8CFA5D}" destId="{0AC216C8-B49B-4B30-9404-967DB3D5F77B}" srcOrd="3" destOrd="0" presId="urn:microsoft.com/office/officeart/2018/2/layout/IconVerticalSolidList"/>
    <dgm:cxn modelId="{EE33E465-D280-4324-A546-3CE0D9E95DE4}" type="presParOf" srcId="{D0FAEED4-91CE-4A6D-9152-7DE048314531}" destId="{34AEA231-C61C-4F23-B88D-365D772B0AA0}" srcOrd="3" destOrd="0" presId="urn:microsoft.com/office/officeart/2018/2/layout/IconVerticalSolidList"/>
    <dgm:cxn modelId="{629D385E-66C7-4863-975D-09BD6C042C12}" type="presParOf" srcId="{D0FAEED4-91CE-4A6D-9152-7DE048314531}" destId="{A43C2891-F9CB-41C0-B960-B26EA3D461DE}" srcOrd="4" destOrd="0" presId="urn:microsoft.com/office/officeart/2018/2/layout/IconVerticalSolidList"/>
    <dgm:cxn modelId="{BB1DA827-0593-4268-ACF7-40B15D175DAE}" type="presParOf" srcId="{A43C2891-F9CB-41C0-B960-B26EA3D461DE}" destId="{57D3756E-A165-4D08-B75B-C9A5D5203B5C}" srcOrd="0" destOrd="0" presId="urn:microsoft.com/office/officeart/2018/2/layout/IconVerticalSolidList"/>
    <dgm:cxn modelId="{394AAB7E-B9E3-4810-B7D6-CE944E8E8CAB}" type="presParOf" srcId="{A43C2891-F9CB-41C0-B960-B26EA3D461DE}" destId="{FA2AABE0-1E79-4B64-90E5-6E574DB944CC}" srcOrd="1" destOrd="0" presId="urn:microsoft.com/office/officeart/2018/2/layout/IconVerticalSolidList"/>
    <dgm:cxn modelId="{81E6929E-5F86-4D4A-BC22-6EC7644AC726}" type="presParOf" srcId="{A43C2891-F9CB-41C0-B960-B26EA3D461DE}" destId="{6A47E856-35F9-415A-BFDD-7274E42092A4}" srcOrd="2" destOrd="0" presId="urn:microsoft.com/office/officeart/2018/2/layout/IconVerticalSolidList"/>
    <dgm:cxn modelId="{049D3C28-075B-4A40-AF8C-1C4E0613BE65}" type="presParOf" srcId="{A43C2891-F9CB-41C0-B960-B26EA3D461DE}" destId="{4B34655E-4D0B-4261-B906-BEBE0573C7C5}" srcOrd="3" destOrd="0" presId="urn:microsoft.com/office/officeart/2018/2/layout/IconVerticalSolidList"/>
    <dgm:cxn modelId="{3627CF69-2892-4743-BBC0-1A3DD3A00689}" type="presParOf" srcId="{A43C2891-F9CB-41C0-B960-B26EA3D461DE}" destId="{F8F1879B-2C6C-482F-AB69-F811C14EEE99}"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820DBC-9D96-46E5-B5A0-43D9EB1FA0DE}" type="doc">
      <dgm:prSet loTypeId="urn:microsoft.com/office/officeart/2018/2/layout/IconCircleList" loCatId="icon" qsTypeId="urn:microsoft.com/office/officeart/2005/8/quickstyle/simple1" qsCatId="simple" csTypeId="urn:microsoft.com/office/officeart/2005/8/colors/accent3_2" csCatId="accent3" phldr="1"/>
      <dgm:spPr/>
      <dgm:t>
        <a:bodyPr/>
        <a:lstStyle/>
        <a:p>
          <a:endParaRPr lang="en-US"/>
        </a:p>
      </dgm:t>
    </dgm:pt>
    <dgm:pt modelId="{16E3FEAD-C9E8-4B1F-92E9-3352647893E9}">
      <dgm:prSet custT="1"/>
      <dgm:spPr/>
      <dgm:t>
        <a:bodyPr/>
        <a:lstStyle/>
        <a:p>
          <a:r>
            <a:rPr lang="en-US" sz="1600" dirty="0"/>
            <a:t>The full software development process (not just development)</a:t>
          </a:r>
        </a:p>
      </dgm:t>
    </dgm:pt>
    <dgm:pt modelId="{DA5D2BAF-0731-457F-804A-A0D8DE2CE91B}" type="parTrans" cxnId="{3F8E5A72-88CA-48A7-B066-90286DC1EAD9}">
      <dgm:prSet/>
      <dgm:spPr/>
      <dgm:t>
        <a:bodyPr/>
        <a:lstStyle/>
        <a:p>
          <a:endParaRPr lang="en-US"/>
        </a:p>
      </dgm:t>
    </dgm:pt>
    <dgm:pt modelId="{B2C3E1AE-CFDD-400B-86A4-6FC53C5E26E1}" type="sibTrans" cxnId="{3F8E5A72-88CA-48A7-B066-90286DC1EAD9}">
      <dgm:prSet/>
      <dgm:spPr/>
      <dgm:t>
        <a:bodyPr/>
        <a:lstStyle/>
        <a:p>
          <a:endParaRPr lang="en-US"/>
        </a:p>
      </dgm:t>
    </dgm:pt>
    <dgm:pt modelId="{7239C500-7C2A-4100-8B91-793A40A50619}">
      <dgm:prSet custT="1"/>
      <dgm:spPr/>
      <dgm:t>
        <a:bodyPr/>
        <a:lstStyle/>
        <a:p>
          <a:r>
            <a:rPr lang="en-US" sz="2000" dirty="0"/>
            <a:t>Code quality &amp; security</a:t>
          </a:r>
        </a:p>
      </dgm:t>
    </dgm:pt>
    <dgm:pt modelId="{5DFB7163-A0D4-41CC-96D9-9784A6D09D1A}" type="parTrans" cxnId="{1ACCEC87-5279-4C4C-AC90-9A0A1C0BE10E}">
      <dgm:prSet/>
      <dgm:spPr/>
      <dgm:t>
        <a:bodyPr/>
        <a:lstStyle/>
        <a:p>
          <a:endParaRPr lang="en-US"/>
        </a:p>
      </dgm:t>
    </dgm:pt>
    <dgm:pt modelId="{2EA680D3-C2EF-40D9-99D3-49D95A2FC9E5}" type="sibTrans" cxnId="{1ACCEC87-5279-4C4C-AC90-9A0A1C0BE10E}">
      <dgm:prSet/>
      <dgm:spPr/>
      <dgm:t>
        <a:bodyPr/>
        <a:lstStyle/>
        <a:p>
          <a:endParaRPr lang="en-US"/>
        </a:p>
      </dgm:t>
    </dgm:pt>
    <dgm:pt modelId="{42750524-C4A3-45C2-8B65-2BDFF9E86A3D}">
      <dgm:prSet custT="1"/>
      <dgm:spPr/>
      <dgm:t>
        <a:bodyPr/>
        <a:lstStyle/>
        <a:p>
          <a:r>
            <a:rPr lang="en-US" sz="2000" dirty="0" err="1"/>
            <a:t>Devops</a:t>
          </a:r>
          <a:r>
            <a:rPr lang="en-US" sz="2000" dirty="0"/>
            <a:t> (Helios, Jenkins, GitHub Actions)</a:t>
          </a:r>
        </a:p>
      </dgm:t>
    </dgm:pt>
    <dgm:pt modelId="{797B9A74-E7B6-4D55-B2D8-511F01C6A268}" type="parTrans" cxnId="{16739B51-66B2-4CD5-AF48-D489FF94C6CE}">
      <dgm:prSet/>
      <dgm:spPr/>
      <dgm:t>
        <a:bodyPr/>
        <a:lstStyle/>
        <a:p>
          <a:endParaRPr lang="en-US"/>
        </a:p>
      </dgm:t>
    </dgm:pt>
    <dgm:pt modelId="{67F6F329-CC46-4622-A251-BB0B02E521CB}" type="sibTrans" cxnId="{16739B51-66B2-4CD5-AF48-D489FF94C6CE}">
      <dgm:prSet/>
      <dgm:spPr/>
      <dgm:t>
        <a:bodyPr/>
        <a:lstStyle/>
        <a:p>
          <a:endParaRPr lang="en-US"/>
        </a:p>
      </dgm:t>
    </dgm:pt>
    <dgm:pt modelId="{5E695B70-98C8-4003-9AED-9C1FF9E8726F}">
      <dgm:prSet custT="1"/>
      <dgm:spPr/>
      <dgm:t>
        <a:bodyPr/>
        <a:lstStyle/>
        <a:p>
          <a:r>
            <a:rPr lang="en-US" sz="2000" dirty="0"/>
            <a:t>Automated and regression testing</a:t>
          </a:r>
        </a:p>
      </dgm:t>
    </dgm:pt>
    <dgm:pt modelId="{14E3D51F-941B-40C2-8569-61DB6BBD166B}" type="parTrans" cxnId="{326591FF-BB81-4A4B-A109-1354DC4CFFCD}">
      <dgm:prSet/>
      <dgm:spPr/>
      <dgm:t>
        <a:bodyPr/>
        <a:lstStyle/>
        <a:p>
          <a:endParaRPr lang="en-US"/>
        </a:p>
      </dgm:t>
    </dgm:pt>
    <dgm:pt modelId="{D711AC93-1E85-45C9-B911-508640A9ABCC}" type="sibTrans" cxnId="{326591FF-BB81-4A4B-A109-1354DC4CFFCD}">
      <dgm:prSet/>
      <dgm:spPr/>
      <dgm:t>
        <a:bodyPr/>
        <a:lstStyle/>
        <a:p>
          <a:endParaRPr lang="en-US"/>
        </a:p>
      </dgm:t>
    </dgm:pt>
    <dgm:pt modelId="{C0C01A94-9AF9-4CEA-A328-FD22C7903BD3}">
      <dgm:prSet custT="1"/>
      <dgm:spPr/>
      <dgm:t>
        <a:bodyPr/>
        <a:lstStyle/>
        <a:p>
          <a:r>
            <a:rPr lang="en-US" sz="2000" dirty="0"/>
            <a:t>Importance of documentation </a:t>
          </a:r>
        </a:p>
      </dgm:t>
    </dgm:pt>
    <dgm:pt modelId="{08ED9420-1F5E-45EC-8FF1-3E3A33CD8619}" type="parTrans" cxnId="{63275A91-FC39-45AF-AE84-2C495302F467}">
      <dgm:prSet/>
      <dgm:spPr/>
      <dgm:t>
        <a:bodyPr/>
        <a:lstStyle/>
        <a:p>
          <a:endParaRPr lang="en-US"/>
        </a:p>
      </dgm:t>
    </dgm:pt>
    <dgm:pt modelId="{FE50E4B7-00FF-4ACD-83DF-A5E319AA5308}" type="sibTrans" cxnId="{63275A91-FC39-45AF-AE84-2C495302F467}">
      <dgm:prSet/>
      <dgm:spPr/>
      <dgm:t>
        <a:bodyPr/>
        <a:lstStyle/>
        <a:p>
          <a:endParaRPr lang="en-US"/>
        </a:p>
      </dgm:t>
    </dgm:pt>
    <dgm:pt modelId="{441A802A-36C8-4768-811B-F0C76D87E735}" type="pres">
      <dgm:prSet presAssocID="{38820DBC-9D96-46E5-B5A0-43D9EB1FA0DE}" presName="root" presStyleCnt="0">
        <dgm:presLayoutVars>
          <dgm:dir/>
          <dgm:resizeHandles val="exact"/>
        </dgm:presLayoutVars>
      </dgm:prSet>
      <dgm:spPr/>
    </dgm:pt>
    <dgm:pt modelId="{A1D8BD6E-B35B-4DCB-8CEC-9504E861535C}" type="pres">
      <dgm:prSet presAssocID="{38820DBC-9D96-46E5-B5A0-43D9EB1FA0DE}" presName="container" presStyleCnt="0">
        <dgm:presLayoutVars>
          <dgm:dir/>
          <dgm:resizeHandles val="exact"/>
        </dgm:presLayoutVars>
      </dgm:prSet>
      <dgm:spPr/>
    </dgm:pt>
    <dgm:pt modelId="{0BFDC620-1A70-43AB-8097-7368372EE710}" type="pres">
      <dgm:prSet presAssocID="{16E3FEAD-C9E8-4B1F-92E9-3352647893E9}" presName="compNode" presStyleCnt="0"/>
      <dgm:spPr/>
    </dgm:pt>
    <dgm:pt modelId="{7D410EB2-46BB-4343-8674-CFE83673CB03}" type="pres">
      <dgm:prSet presAssocID="{16E3FEAD-C9E8-4B1F-92E9-3352647893E9}" presName="iconBgRect" presStyleLbl="bgShp" presStyleIdx="0" presStyleCnt="5"/>
      <dgm:spPr/>
    </dgm:pt>
    <dgm:pt modelId="{054E7BF2-58CD-45F1-9D0F-E6B21C095752}" type="pres">
      <dgm:prSet presAssocID="{16E3FEAD-C9E8-4B1F-92E9-3352647893E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D072302C-3FFA-4E10-BE5D-493DD293632C}" type="pres">
      <dgm:prSet presAssocID="{16E3FEAD-C9E8-4B1F-92E9-3352647893E9}" presName="spaceRect" presStyleCnt="0"/>
      <dgm:spPr/>
    </dgm:pt>
    <dgm:pt modelId="{C5D79683-F068-41DE-BDF8-E5403DA7BFC6}" type="pres">
      <dgm:prSet presAssocID="{16E3FEAD-C9E8-4B1F-92E9-3352647893E9}" presName="textRect" presStyleLbl="revTx" presStyleIdx="0" presStyleCnt="5">
        <dgm:presLayoutVars>
          <dgm:chMax val="1"/>
          <dgm:chPref val="1"/>
        </dgm:presLayoutVars>
      </dgm:prSet>
      <dgm:spPr/>
    </dgm:pt>
    <dgm:pt modelId="{B8E73A84-AC6A-4B5B-9FC4-CD46B4FA680A}" type="pres">
      <dgm:prSet presAssocID="{B2C3E1AE-CFDD-400B-86A4-6FC53C5E26E1}" presName="sibTrans" presStyleLbl="sibTrans2D1" presStyleIdx="0" presStyleCnt="0"/>
      <dgm:spPr/>
    </dgm:pt>
    <dgm:pt modelId="{87B3F202-964C-4B68-A28B-86A45A47EE13}" type="pres">
      <dgm:prSet presAssocID="{7239C500-7C2A-4100-8B91-793A40A50619}" presName="compNode" presStyleCnt="0"/>
      <dgm:spPr/>
    </dgm:pt>
    <dgm:pt modelId="{13C64462-D162-4790-A1B8-5A6C6AFE4CC1}" type="pres">
      <dgm:prSet presAssocID="{7239C500-7C2A-4100-8B91-793A40A50619}" presName="iconBgRect" presStyleLbl="bgShp" presStyleIdx="1" presStyleCnt="5"/>
      <dgm:spPr/>
    </dgm:pt>
    <dgm:pt modelId="{372F3E6D-0BDB-49F6-B518-2A2E2C3FBD1B}" type="pres">
      <dgm:prSet presAssocID="{7239C500-7C2A-4100-8B91-793A40A5061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code"/>
        </a:ext>
      </dgm:extLst>
    </dgm:pt>
    <dgm:pt modelId="{CC0E3386-0A1A-42AF-928C-886B4D63D2C6}" type="pres">
      <dgm:prSet presAssocID="{7239C500-7C2A-4100-8B91-793A40A50619}" presName="spaceRect" presStyleCnt="0"/>
      <dgm:spPr/>
    </dgm:pt>
    <dgm:pt modelId="{65BBED55-0B42-49A3-BB1C-2D2F57E61637}" type="pres">
      <dgm:prSet presAssocID="{7239C500-7C2A-4100-8B91-793A40A50619}" presName="textRect" presStyleLbl="revTx" presStyleIdx="1" presStyleCnt="5">
        <dgm:presLayoutVars>
          <dgm:chMax val="1"/>
          <dgm:chPref val="1"/>
        </dgm:presLayoutVars>
      </dgm:prSet>
      <dgm:spPr/>
    </dgm:pt>
    <dgm:pt modelId="{A4525575-FC52-4A74-AFF7-400F2D1F572F}" type="pres">
      <dgm:prSet presAssocID="{2EA680D3-C2EF-40D9-99D3-49D95A2FC9E5}" presName="sibTrans" presStyleLbl="sibTrans2D1" presStyleIdx="0" presStyleCnt="0"/>
      <dgm:spPr/>
    </dgm:pt>
    <dgm:pt modelId="{E8ADBDA9-C1E0-40D4-900D-06C9D6409CE9}" type="pres">
      <dgm:prSet presAssocID="{42750524-C4A3-45C2-8B65-2BDFF9E86A3D}" presName="compNode" presStyleCnt="0"/>
      <dgm:spPr/>
    </dgm:pt>
    <dgm:pt modelId="{70D2567A-49FC-4A80-BF2E-0FCDDF9066F8}" type="pres">
      <dgm:prSet presAssocID="{42750524-C4A3-45C2-8B65-2BDFF9E86A3D}" presName="iconBgRect" presStyleLbl="bgShp" presStyleIdx="2" presStyleCnt="5"/>
      <dgm:spPr/>
    </dgm:pt>
    <dgm:pt modelId="{41DBCD1A-B2C5-4FCA-B8FC-F873D6A48F33}" type="pres">
      <dgm:prSet presAssocID="{42750524-C4A3-45C2-8B65-2BDFF9E86A3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150A6D2E-3E5D-496D-B2BB-783F47125832}" type="pres">
      <dgm:prSet presAssocID="{42750524-C4A3-45C2-8B65-2BDFF9E86A3D}" presName="spaceRect" presStyleCnt="0"/>
      <dgm:spPr/>
    </dgm:pt>
    <dgm:pt modelId="{1DBDE0AF-A024-4C4E-BC74-29965F25AE27}" type="pres">
      <dgm:prSet presAssocID="{42750524-C4A3-45C2-8B65-2BDFF9E86A3D}" presName="textRect" presStyleLbl="revTx" presStyleIdx="2" presStyleCnt="5">
        <dgm:presLayoutVars>
          <dgm:chMax val="1"/>
          <dgm:chPref val="1"/>
        </dgm:presLayoutVars>
      </dgm:prSet>
      <dgm:spPr/>
    </dgm:pt>
    <dgm:pt modelId="{10CF91C8-141D-4636-9D13-D13A186A3A3E}" type="pres">
      <dgm:prSet presAssocID="{67F6F329-CC46-4622-A251-BB0B02E521CB}" presName="sibTrans" presStyleLbl="sibTrans2D1" presStyleIdx="0" presStyleCnt="0"/>
      <dgm:spPr/>
    </dgm:pt>
    <dgm:pt modelId="{ED1960FD-2913-4D0C-8A4E-0976658FFCF7}" type="pres">
      <dgm:prSet presAssocID="{5E695B70-98C8-4003-9AED-9C1FF9E8726F}" presName="compNode" presStyleCnt="0"/>
      <dgm:spPr/>
    </dgm:pt>
    <dgm:pt modelId="{F5F0DE3F-6D4E-4955-BBFF-73DA4A8643E2}" type="pres">
      <dgm:prSet presAssocID="{5E695B70-98C8-4003-9AED-9C1FF9E8726F}" presName="iconBgRect" presStyleLbl="bgShp" presStyleIdx="3" presStyleCnt="5"/>
      <dgm:spPr/>
    </dgm:pt>
    <dgm:pt modelId="{A21DAEB3-3E36-4E73-8FDA-8BEF48ACE66A}" type="pres">
      <dgm:prSet presAssocID="{5E695B70-98C8-4003-9AED-9C1FF9E8726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F4919DFB-1F6B-4579-8087-2EA0697FF725}" type="pres">
      <dgm:prSet presAssocID="{5E695B70-98C8-4003-9AED-9C1FF9E8726F}" presName="spaceRect" presStyleCnt="0"/>
      <dgm:spPr/>
    </dgm:pt>
    <dgm:pt modelId="{FE6D24ED-3227-4B0E-9901-8B1409A3C044}" type="pres">
      <dgm:prSet presAssocID="{5E695B70-98C8-4003-9AED-9C1FF9E8726F}" presName="textRect" presStyleLbl="revTx" presStyleIdx="3" presStyleCnt="5">
        <dgm:presLayoutVars>
          <dgm:chMax val="1"/>
          <dgm:chPref val="1"/>
        </dgm:presLayoutVars>
      </dgm:prSet>
      <dgm:spPr/>
    </dgm:pt>
    <dgm:pt modelId="{DCC1AD6B-8569-4F20-9F3A-F442CE7E5EA7}" type="pres">
      <dgm:prSet presAssocID="{D711AC93-1E85-45C9-B911-508640A9ABCC}" presName="sibTrans" presStyleLbl="sibTrans2D1" presStyleIdx="0" presStyleCnt="0"/>
      <dgm:spPr/>
    </dgm:pt>
    <dgm:pt modelId="{9415745C-A859-4891-936E-970C22F8F699}" type="pres">
      <dgm:prSet presAssocID="{C0C01A94-9AF9-4CEA-A328-FD22C7903BD3}" presName="compNode" presStyleCnt="0"/>
      <dgm:spPr/>
    </dgm:pt>
    <dgm:pt modelId="{C626BBC1-91CB-4BCF-B1FA-AE774509B70A}" type="pres">
      <dgm:prSet presAssocID="{C0C01A94-9AF9-4CEA-A328-FD22C7903BD3}" presName="iconBgRect" presStyleLbl="bgShp" presStyleIdx="4" presStyleCnt="5"/>
      <dgm:spPr/>
    </dgm:pt>
    <dgm:pt modelId="{5932A890-AB56-4189-BEB1-537538B09960}" type="pres">
      <dgm:prSet presAssocID="{C0C01A94-9AF9-4CEA-A328-FD22C7903BD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056447B4-8166-4D83-B054-2973E61EF995}" type="pres">
      <dgm:prSet presAssocID="{C0C01A94-9AF9-4CEA-A328-FD22C7903BD3}" presName="spaceRect" presStyleCnt="0"/>
      <dgm:spPr/>
    </dgm:pt>
    <dgm:pt modelId="{EC6DF09E-D1AF-4986-9F94-D8859053A966}" type="pres">
      <dgm:prSet presAssocID="{C0C01A94-9AF9-4CEA-A328-FD22C7903BD3}" presName="textRect" presStyleLbl="revTx" presStyleIdx="4" presStyleCnt="5">
        <dgm:presLayoutVars>
          <dgm:chMax val="1"/>
          <dgm:chPref val="1"/>
        </dgm:presLayoutVars>
      </dgm:prSet>
      <dgm:spPr/>
    </dgm:pt>
  </dgm:ptLst>
  <dgm:cxnLst>
    <dgm:cxn modelId="{AAD21A24-5EE8-4EEF-9578-3A6FE332AF57}" type="presOf" srcId="{38820DBC-9D96-46E5-B5A0-43D9EB1FA0DE}" destId="{441A802A-36C8-4768-811B-F0C76D87E735}" srcOrd="0" destOrd="0" presId="urn:microsoft.com/office/officeart/2018/2/layout/IconCircleList"/>
    <dgm:cxn modelId="{A3A51537-1709-439A-BC81-32E9FC090164}" type="presOf" srcId="{5E695B70-98C8-4003-9AED-9C1FF9E8726F}" destId="{FE6D24ED-3227-4B0E-9901-8B1409A3C044}" srcOrd="0" destOrd="0" presId="urn:microsoft.com/office/officeart/2018/2/layout/IconCircleList"/>
    <dgm:cxn modelId="{7EA0F43B-D5F3-498D-AFFB-2A53A4B7A6E1}" type="presOf" srcId="{16E3FEAD-C9E8-4B1F-92E9-3352647893E9}" destId="{C5D79683-F068-41DE-BDF8-E5403DA7BFC6}" srcOrd="0" destOrd="0" presId="urn:microsoft.com/office/officeart/2018/2/layout/IconCircleList"/>
    <dgm:cxn modelId="{16739B51-66B2-4CD5-AF48-D489FF94C6CE}" srcId="{38820DBC-9D96-46E5-B5A0-43D9EB1FA0DE}" destId="{42750524-C4A3-45C2-8B65-2BDFF9E86A3D}" srcOrd="2" destOrd="0" parTransId="{797B9A74-E7B6-4D55-B2D8-511F01C6A268}" sibTransId="{67F6F329-CC46-4622-A251-BB0B02E521CB}"/>
    <dgm:cxn modelId="{479EE566-82B4-4426-9F45-726D8901D45A}" type="presOf" srcId="{7239C500-7C2A-4100-8B91-793A40A50619}" destId="{65BBED55-0B42-49A3-BB1C-2D2F57E61637}" srcOrd="0" destOrd="0" presId="urn:microsoft.com/office/officeart/2018/2/layout/IconCircleList"/>
    <dgm:cxn modelId="{0581F368-3AD5-46C2-B08E-571250BE9564}" type="presOf" srcId="{D711AC93-1E85-45C9-B911-508640A9ABCC}" destId="{DCC1AD6B-8569-4F20-9F3A-F442CE7E5EA7}" srcOrd="0" destOrd="0" presId="urn:microsoft.com/office/officeart/2018/2/layout/IconCircleList"/>
    <dgm:cxn modelId="{3F8E5A72-88CA-48A7-B066-90286DC1EAD9}" srcId="{38820DBC-9D96-46E5-B5A0-43D9EB1FA0DE}" destId="{16E3FEAD-C9E8-4B1F-92E9-3352647893E9}" srcOrd="0" destOrd="0" parTransId="{DA5D2BAF-0731-457F-804A-A0D8DE2CE91B}" sibTransId="{B2C3E1AE-CFDD-400B-86A4-6FC53C5E26E1}"/>
    <dgm:cxn modelId="{090F2778-8A4A-4CB8-9F0A-9E35638E9838}" type="presOf" srcId="{C0C01A94-9AF9-4CEA-A328-FD22C7903BD3}" destId="{EC6DF09E-D1AF-4986-9F94-D8859053A966}" srcOrd="0" destOrd="0" presId="urn:microsoft.com/office/officeart/2018/2/layout/IconCircleList"/>
    <dgm:cxn modelId="{8B4F727C-065C-456E-946C-6BF2EEE9116E}" type="presOf" srcId="{2EA680D3-C2EF-40D9-99D3-49D95A2FC9E5}" destId="{A4525575-FC52-4A74-AFF7-400F2D1F572F}" srcOrd="0" destOrd="0" presId="urn:microsoft.com/office/officeart/2018/2/layout/IconCircleList"/>
    <dgm:cxn modelId="{1ACCEC87-5279-4C4C-AC90-9A0A1C0BE10E}" srcId="{38820DBC-9D96-46E5-B5A0-43D9EB1FA0DE}" destId="{7239C500-7C2A-4100-8B91-793A40A50619}" srcOrd="1" destOrd="0" parTransId="{5DFB7163-A0D4-41CC-96D9-9784A6D09D1A}" sibTransId="{2EA680D3-C2EF-40D9-99D3-49D95A2FC9E5}"/>
    <dgm:cxn modelId="{63275A91-FC39-45AF-AE84-2C495302F467}" srcId="{38820DBC-9D96-46E5-B5A0-43D9EB1FA0DE}" destId="{C0C01A94-9AF9-4CEA-A328-FD22C7903BD3}" srcOrd="4" destOrd="0" parTransId="{08ED9420-1F5E-45EC-8FF1-3E3A33CD8619}" sibTransId="{FE50E4B7-00FF-4ACD-83DF-A5E319AA5308}"/>
    <dgm:cxn modelId="{EBE8E9A8-1863-463A-8C6A-0695A0BF2C3C}" type="presOf" srcId="{67F6F329-CC46-4622-A251-BB0B02E521CB}" destId="{10CF91C8-141D-4636-9D13-D13A186A3A3E}" srcOrd="0" destOrd="0" presId="urn:microsoft.com/office/officeart/2018/2/layout/IconCircleList"/>
    <dgm:cxn modelId="{030261DC-8CD0-4237-B474-87FA3DE3AD9B}" type="presOf" srcId="{42750524-C4A3-45C2-8B65-2BDFF9E86A3D}" destId="{1DBDE0AF-A024-4C4E-BC74-29965F25AE27}" srcOrd="0" destOrd="0" presId="urn:microsoft.com/office/officeart/2018/2/layout/IconCircleList"/>
    <dgm:cxn modelId="{E730BEEE-59EC-4F57-9FC8-FF7862B358AA}" type="presOf" srcId="{B2C3E1AE-CFDD-400B-86A4-6FC53C5E26E1}" destId="{B8E73A84-AC6A-4B5B-9FC4-CD46B4FA680A}" srcOrd="0" destOrd="0" presId="urn:microsoft.com/office/officeart/2018/2/layout/IconCircleList"/>
    <dgm:cxn modelId="{326591FF-BB81-4A4B-A109-1354DC4CFFCD}" srcId="{38820DBC-9D96-46E5-B5A0-43D9EB1FA0DE}" destId="{5E695B70-98C8-4003-9AED-9C1FF9E8726F}" srcOrd="3" destOrd="0" parTransId="{14E3D51F-941B-40C2-8569-61DB6BBD166B}" sibTransId="{D711AC93-1E85-45C9-B911-508640A9ABCC}"/>
    <dgm:cxn modelId="{A475E725-38A0-498A-9D5B-22E17626CC86}" type="presParOf" srcId="{441A802A-36C8-4768-811B-F0C76D87E735}" destId="{A1D8BD6E-B35B-4DCB-8CEC-9504E861535C}" srcOrd="0" destOrd="0" presId="urn:microsoft.com/office/officeart/2018/2/layout/IconCircleList"/>
    <dgm:cxn modelId="{77A54EEB-4676-4944-8523-5F8C4D4ECBE9}" type="presParOf" srcId="{A1D8BD6E-B35B-4DCB-8CEC-9504E861535C}" destId="{0BFDC620-1A70-43AB-8097-7368372EE710}" srcOrd="0" destOrd="0" presId="urn:microsoft.com/office/officeart/2018/2/layout/IconCircleList"/>
    <dgm:cxn modelId="{711F1BA1-B1AB-42DC-A471-BCAA561F9537}" type="presParOf" srcId="{0BFDC620-1A70-43AB-8097-7368372EE710}" destId="{7D410EB2-46BB-4343-8674-CFE83673CB03}" srcOrd="0" destOrd="0" presId="urn:microsoft.com/office/officeart/2018/2/layout/IconCircleList"/>
    <dgm:cxn modelId="{D22110B3-ED81-494D-951F-5D190CE624E4}" type="presParOf" srcId="{0BFDC620-1A70-43AB-8097-7368372EE710}" destId="{054E7BF2-58CD-45F1-9D0F-E6B21C095752}" srcOrd="1" destOrd="0" presId="urn:microsoft.com/office/officeart/2018/2/layout/IconCircleList"/>
    <dgm:cxn modelId="{DCB6D4E4-9720-479A-90D9-EE95FC254014}" type="presParOf" srcId="{0BFDC620-1A70-43AB-8097-7368372EE710}" destId="{D072302C-3FFA-4E10-BE5D-493DD293632C}" srcOrd="2" destOrd="0" presId="urn:microsoft.com/office/officeart/2018/2/layout/IconCircleList"/>
    <dgm:cxn modelId="{51C7A508-ABA3-44F6-8125-486C6ED44A78}" type="presParOf" srcId="{0BFDC620-1A70-43AB-8097-7368372EE710}" destId="{C5D79683-F068-41DE-BDF8-E5403DA7BFC6}" srcOrd="3" destOrd="0" presId="urn:microsoft.com/office/officeart/2018/2/layout/IconCircleList"/>
    <dgm:cxn modelId="{A4B71C7E-6BAF-47A6-87C4-18F6B3E62DC3}" type="presParOf" srcId="{A1D8BD6E-B35B-4DCB-8CEC-9504E861535C}" destId="{B8E73A84-AC6A-4B5B-9FC4-CD46B4FA680A}" srcOrd="1" destOrd="0" presId="urn:microsoft.com/office/officeart/2018/2/layout/IconCircleList"/>
    <dgm:cxn modelId="{B2D7D224-B613-4FA1-91F0-A094C4D19A0A}" type="presParOf" srcId="{A1D8BD6E-B35B-4DCB-8CEC-9504E861535C}" destId="{87B3F202-964C-4B68-A28B-86A45A47EE13}" srcOrd="2" destOrd="0" presId="urn:microsoft.com/office/officeart/2018/2/layout/IconCircleList"/>
    <dgm:cxn modelId="{36E93120-A498-4A55-959B-2AB9D73D734D}" type="presParOf" srcId="{87B3F202-964C-4B68-A28B-86A45A47EE13}" destId="{13C64462-D162-4790-A1B8-5A6C6AFE4CC1}" srcOrd="0" destOrd="0" presId="urn:microsoft.com/office/officeart/2018/2/layout/IconCircleList"/>
    <dgm:cxn modelId="{D84EFA49-B04C-4A69-81B2-E1924459F1B3}" type="presParOf" srcId="{87B3F202-964C-4B68-A28B-86A45A47EE13}" destId="{372F3E6D-0BDB-49F6-B518-2A2E2C3FBD1B}" srcOrd="1" destOrd="0" presId="urn:microsoft.com/office/officeart/2018/2/layout/IconCircleList"/>
    <dgm:cxn modelId="{177AFBF0-8472-41BE-B49C-2873D07BA29D}" type="presParOf" srcId="{87B3F202-964C-4B68-A28B-86A45A47EE13}" destId="{CC0E3386-0A1A-42AF-928C-886B4D63D2C6}" srcOrd="2" destOrd="0" presId="urn:microsoft.com/office/officeart/2018/2/layout/IconCircleList"/>
    <dgm:cxn modelId="{B3D433C1-8C59-4E77-A653-CF69260C950C}" type="presParOf" srcId="{87B3F202-964C-4B68-A28B-86A45A47EE13}" destId="{65BBED55-0B42-49A3-BB1C-2D2F57E61637}" srcOrd="3" destOrd="0" presId="urn:microsoft.com/office/officeart/2018/2/layout/IconCircleList"/>
    <dgm:cxn modelId="{7C440412-45CC-435F-9DD9-67FB4298646C}" type="presParOf" srcId="{A1D8BD6E-B35B-4DCB-8CEC-9504E861535C}" destId="{A4525575-FC52-4A74-AFF7-400F2D1F572F}" srcOrd="3" destOrd="0" presId="urn:microsoft.com/office/officeart/2018/2/layout/IconCircleList"/>
    <dgm:cxn modelId="{F903EAE4-D8CD-4FA6-AB97-9BA58B4618AB}" type="presParOf" srcId="{A1D8BD6E-B35B-4DCB-8CEC-9504E861535C}" destId="{E8ADBDA9-C1E0-40D4-900D-06C9D6409CE9}" srcOrd="4" destOrd="0" presId="urn:microsoft.com/office/officeart/2018/2/layout/IconCircleList"/>
    <dgm:cxn modelId="{E1C6E4F6-D446-44C1-841C-32E713BC75CC}" type="presParOf" srcId="{E8ADBDA9-C1E0-40D4-900D-06C9D6409CE9}" destId="{70D2567A-49FC-4A80-BF2E-0FCDDF9066F8}" srcOrd="0" destOrd="0" presId="urn:microsoft.com/office/officeart/2018/2/layout/IconCircleList"/>
    <dgm:cxn modelId="{F1B801B3-3AC4-42E8-8EE0-552533476FC6}" type="presParOf" srcId="{E8ADBDA9-C1E0-40D4-900D-06C9D6409CE9}" destId="{41DBCD1A-B2C5-4FCA-B8FC-F873D6A48F33}" srcOrd="1" destOrd="0" presId="urn:microsoft.com/office/officeart/2018/2/layout/IconCircleList"/>
    <dgm:cxn modelId="{B2985DC9-D767-492C-9EDD-17E6D1057262}" type="presParOf" srcId="{E8ADBDA9-C1E0-40D4-900D-06C9D6409CE9}" destId="{150A6D2E-3E5D-496D-B2BB-783F47125832}" srcOrd="2" destOrd="0" presId="urn:microsoft.com/office/officeart/2018/2/layout/IconCircleList"/>
    <dgm:cxn modelId="{C337CC67-70AD-4E24-B25E-C70261EF23D4}" type="presParOf" srcId="{E8ADBDA9-C1E0-40D4-900D-06C9D6409CE9}" destId="{1DBDE0AF-A024-4C4E-BC74-29965F25AE27}" srcOrd="3" destOrd="0" presId="urn:microsoft.com/office/officeart/2018/2/layout/IconCircleList"/>
    <dgm:cxn modelId="{AE87CD66-142E-4B38-A383-D32C4C7BE34B}" type="presParOf" srcId="{A1D8BD6E-B35B-4DCB-8CEC-9504E861535C}" destId="{10CF91C8-141D-4636-9D13-D13A186A3A3E}" srcOrd="5" destOrd="0" presId="urn:microsoft.com/office/officeart/2018/2/layout/IconCircleList"/>
    <dgm:cxn modelId="{B548F6BE-2587-4559-8676-EF94B1FA045D}" type="presParOf" srcId="{A1D8BD6E-B35B-4DCB-8CEC-9504E861535C}" destId="{ED1960FD-2913-4D0C-8A4E-0976658FFCF7}" srcOrd="6" destOrd="0" presId="urn:microsoft.com/office/officeart/2018/2/layout/IconCircleList"/>
    <dgm:cxn modelId="{20CEAB0E-CD74-46E5-801F-16DB28E0864E}" type="presParOf" srcId="{ED1960FD-2913-4D0C-8A4E-0976658FFCF7}" destId="{F5F0DE3F-6D4E-4955-BBFF-73DA4A8643E2}" srcOrd="0" destOrd="0" presId="urn:microsoft.com/office/officeart/2018/2/layout/IconCircleList"/>
    <dgm:cxn modelId="{1DFE0BDB-988A-42D2-96D3-F1C60E06D6C3}" type="presParOf" srcId="{ED1960FD-2913-4D0C-8A4E-0976658FFCF7}" destId="{A21DAEB3-3E36-4E73-8FDA-8BEF48ACE66A}" srcOrd="1" destOrd="0" presId="urn:microsoft.com/office/officeart/2018/2/layout/IconCircleList"/>
    <dgm:cxn modelId="{96AC54E6-DEC2-4EA6-87AE-85B0EAA4EE56}" type="presParOf" srcId="{ED1960FD-2913-4D0C-8A4E-0976658FFCF7}" destId="{F4919DFB-1F6B-4579-8087-2EA0697FF725}" srcOrd="2" destOrd="0" presId="urn:microsoft.com/office/officeart/2018/2/layout/IconCircleList"/>
    <dgm:cxn modelId="{EE1CA564-E096-48FC-902C-33B4A254022B}" type="presParOf" srcId="{ED1960FD-2913-4D0C-8A4E-0976658FFCF7}" destId="{FE6D24ED-3227-4B0E-9901-8B1409A3C044}" srcOrd="3" destOrd="0" presId="urn:microsoft.com/office/officeart/2018/2/layout/IconCircleList"/>
    <dgm:cxn modelId="{ACF898FD-869A-49DD-A660-222E16D2223E}" type="presParOf" srcId="{A1D8BD6E-B35B-4DCB-8CEC-9504E861535C}" destId="{DCC1AD6B-8569-4F20-9F3A-F442CE7E5EA7}" srcOrd="7" destOrd="0" presId="urn:microsoft.com/office/officeart/2018/2/layout/IconCircleList"/>
    <dgm:cxn modelId="{696506E8-8B92-4326-BBDE-7B325C859914}" type="presParOf" srcId="{A1D8BD6E-B35B-4DCB-8CEC-9504E861535C}" destId="{9415745C-A859-4891-936E-970C22F8F699}" srcOrd="8" destOrd="0" presId="urn:microsoft.com/office/officeart/2018/2/layout/IconCircleList"/>
    <dgm:cxn modelId="{AE9BA1DF-5659-42B3-8D3D-12E1580B0C54}" type="presParOf" srcId="{9415745C-A859-4891-936E-970C22F8F699}" destId="{C626BBC1-91CB-4BCF-B1FA-AE774509B70A}" srcOrd="0" destOrd="0" presId="urn:microsoft.com/office/officeart/2018/2/layout/IconCircleList"/>
    <dgm:cxn modelId="{F07AD7AA-AB5A-4A3C-BC77-3397FAB5A77C}" type="presParOf" srcId="{9415745C-A859-4891-936E-970C22F8F699}" destId="{5932A890-AB56-4189-BEB1-537538B09960}" srcOrd="1" destOrd="0" presId="urn:microsoft.com/office/officeart/2018/2/layout/IconCircleList"/>
    <dgm:cxn modelId="{9C2DFB75-14EC-49A9-8AF3-1350E735FB2E}" type="presParOf" srcId="{9415745C-A859-4891-936E-970C22F8F699}" destId="{056447B4-8166-4D83-B054-2973E61EF995}" srcOrd="2" destOrd="0" presId="urn:microsoft.com/office/officeart/2018/2/layout/IconCircleList"/>
    <dgm:cxn modelId="{A6569F42-9A51-44F0-89A0-C5FBF137810D}" type="presParOf" srcId="{9415745C-A859-4891-936E-970C22F8F699}" destId="{EC6DF09E-D1AF-4986-9F94-D8859053A96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EB7A28-5F88-447A-A7B5-333C6BFE48E0}">
      <dsp:nvSpPr>
        <dsp:cNvPr id="0" name=""/>
        <dsp:cNvSpPr/>
      </dsp:nvSpPr>
      <dsp:spPr>
        <a:xfrm>
          <a:off x="610661" y="687467"/>
          <a:ext cx="1852875" cy="185287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58E4DF-8B9A-41C9-B1FE-1D5DC5E22B37}">
      <dsp:nvSpPr>
        <dsp:cNvPr id="0" name=""/>
        <dsp:cNvSpPr/>
      </dsp:nvSpPr>
      <dsp:spPr>
        <a:xfrm>
          <a:off x="1005536" y="1082342"/>
          <a:ext cx="1063124" cy="10631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F3B577-10E6-47D9-8E04-40EEA9BDEB7C}">
      <dsp:nvSpPr>
        <dsp:cNvPr id="0" name=""/>
        <dsp:cNvSpPr/>
      </dsp:nvSpPr>
      <dsp:spPr>
        <a:xfrm>
          <a:off x="18349" y="3117467"/>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en-US" sz="2700" kern="1200" cap="none" dirty="0"/>
            <a:t>Vulnerability reduction</a:t>
          </a:r>
        </a:p>
      </dsp:txBody>
      <dsp:txXfrm>
        <a:off x="18349" y="3117467"/>
        <a:ext cx="3037500" cy="720000"/>
      </dsp:txXfrm>
    </dsp:sp>
    <dsp:sp modelId="{4F3F2C4D-D52E-49F7-B618-FB4F72070ED5}">
      <dsp:nvSpPr>
        <dsp:cNvPr id="0" name=""/>
        <dsp:cNvSpPr/>
      </dsp:nvSpPr>
      <dsp:spPr>
        <a:xfrm>
          <a:off x="4179724" y="687467"/>
          <a:ext cx="1852875" cy="185287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C83B12-35E4-4D08-98C8-61A5AD05392F}">
      <dsp:nvSpPr>
        <dsp:cNvPr id="0" name=""/>
        <dsp:cNvSpPr/>
      </dsp:nvSpPr>
      <dsp:spPr>
        <a:xfrm>
          <a:off x="4574599" y="1082342"/>
          <a:ext cx="1063124" cy="10631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D8217F-1841-4DD4-9C93-2673840F5438}">
      <dsp:nvSpPr>
        <dsp:cNvPr id="0" name=""/>
        <dsp:cNvSpPr/>
      </dsp:nvSpPr>
      <dsp:spPr>
        <a:xfrm>
          <a:off x="3587411" y="3117467"/>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en-US" sz="2700" kern="1200" cap="none" dirty="0"/>
            <a:t>Angular version updates</a:t>
          </a:r>
        </a:p>
      </dsp:txBody>
      <dsp:txXfrm>
        <a:off x="3587411" y="3117467"/>
        <a:ext cx="3037500" cy="720000"/>
      </dsp:txXfrm>
    </dsp:sp>
    <dsp:sp modelId="{9F8022F9-487C-4F23-BF16-377973ED78FF}">
      <dsp:nvSpPr>
        <dsp:cNvPr id="0" name=""/>
        <dsp:cNvSpPr/>
      </dsp:nvSpPr>
      <dsp:spPr>
        <a:xfrm>
          <a:off x="7748786" y="687467"/>
          <a:ext cx="1852875" cy="185287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F6DE5F-3B9A-4C24-8D53-542184CAC4F0}">
      <dsp:nvSpPr>
        <dsp:cNvPr id="0" name=""/>
        <dsp:cNvSpPr/>
      </dsp:nvSpPr>
      <dsp:spPr>
        <a:xfrm>
          <a:off x="8143661" y="1082342"/>
          <a:ext cx="1063124" cy="10631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586733-61F5-42CE-A039-7D7511D67AB8}">
      <dsp:nvSpPr>
        <dsp:cNvPr id="0" name=""/>
        <dsp:cNvSpPr/>
      </dsp:nvSpPr>
      <dsp:spPr>
        <a:xfrm>
          <a:off x="7156474" y="3117467"/>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en-US" sz="2700" kern="1200" cap="none" dirty="0"/>
            <a:t>Documentation &amp; knowledge sharing</a:t>
          </a:r>
        </a:p>
      </dsp:txBody>
      <dsp:txXfrm>
        <a:off x="7156474" y="3117467"/>
        <a:ext cx="30375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37FB38-E1A9-4E90-A981-83BB214EEFD8}">
      <dsp:nvSpPr>
        <dsp:cNvPr id="0" name=""/>
        <dsp:cNvSpPr/>
      </dsp:nvSpPr>
      <dsp:spPr>
        <a:xfrm>
          <a:off x="820" y="1169038"/>
          <a:ext cx="2952996" cy="1875153"/>
        </a:xfrm>
        <a:prstGeom prst="roundRect">
          <a:avLst>
            <a:gd name="adj" fmla="val 10000"/>
          </a:avLst>
        </a:prstGeom>
        <a:solidFill>
          <a:schemeClr val="accent1">
            <a:hueOff val="0"/>
            <a:satOff val="0"/>
            <a:lumOff val="0"/>
            <a:alphaOff val="0"/>
          </a:schemeClr>
        </a:solidFill>
        <a:ln w="0" cap="flat" cmpd="sng" algn="ctr">
          <a:noFill/>
        </a:ln>
        <a:effectLst>
          <a:blur/>
        </a:effectLst>
      </dsp:spPr>
      <dsp:style>
        <a:lnRef idx="3">
          <a:scrgbClr r="0" g="0" b="0"/>
        </a:lnRef>
        <a:fillRef idx="1">
          <a:scrgbClr r="0" g="0" b="0"/>
        </a:fillRef>
        <a:effectRef idx="1">
          <a:scrgbClr r="0" g="0" b="0"/>
        </a:effectRef>
        <a:fontRef idx="minor">
          <a:schemeClr val="lt1"/>
        </a:fontRef>
      </dsp:style>
    </dsp:sp>
    <dsp:sp modelId="{2A468F28-61DE-4748-9FB7-FFCCBC3E49C0}">
      <dsp:nvSpPr>
        <dsp:cNvPr id="0" name=""/>
        <dsp:cNvSpPr/>
      </dsp:nvSpPr>
      <dsp:spPr>
        <a:xfrm>
          <a:off x="328931" y="1480743"/>
          <a:ext cx="2952996" cy="1875153"/>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IAP-frontend: Ready for production</a:t>
          </a:r>
        </a:p>
      </dsp:txBody>
      <dsp:txXfrm>
        <a:off x="383852" y="1535664"/>
        <a:ext cx="2843154" cy="1765311"/>
      </dsp:txXfrm>
    </dsp:sp>
    <dsp:sp modelId="{454BEA4E-4561-4053-AC2D-B758676E268D}">
      <dsp:nvSpPr>
        <dsp:cNvPr id="0" name=""/>
        <dsp:cNvSpPr/>
      </dsp:nvSpPr>
      <dsp:spPr>
        <a:xfrm>
          <a:off x="3610038" y="1169038"/>
          <a:ext cx="2952996" cy="1875153"/>
        </a:xfrm>
        <a:prstGeom prst="roundRect">
          <a:avLst>
            <a:gd name="adj" fmla="val 10000"/>
          </a:avLst>
        </a:prstGeom>
        <a:solidFill>
          <a:schemeClr val="accent1">
            <a:hueOff val="0"/>
            <a:satOff val="0"/>
            <a:lumOff val="0"/>
            <a:alphaOff val="0"/>
          </a:schemeClr>
        </a:solidFill>
        <a:ln w="0" cap="flat" cmpd="sng" algn="ctr">
          <a:noFill/>
        </a:ln>
        <a:effectLst>
          <a:blur/>
        </a:effectLst>
      </dsp:spPr>
      <dsp:style>
        <a:lnRef idx="3">
          <a:scrgbClr r="0" g="0" b="0"/>
        </a:lnRef>
        <a:fillRef idx="1">
          <a:scrgbClr r="0" g="0" b="0"/>
        </a:fillRef>
        <a:effectRef idx="1">
          <a:scrgbClr r="0" g="0" b="0"/>
        </a:effectRef>
        <a:fontRef idx="minor">
          <a:schemeClr val="lt1"/>
        </a:fontRef>
      </dsp:style>
    </dsp:sp>
    <dsp:sp modelId="{3ECA9FBB-BDCC-4939-82CA-9A7F2D228427}">
      <dsp:nvSpPr>
        <dsp:cNvPr id="0" name=""/>
        <dsp:cNvSpPr/>
      </dsp:nvSpPr>
      <dsp:spPr>
        <a:xfrm>
          <a:off x="3938149" y="1480743"/>
          <a:ext cx="2952996" cy="1875153"/>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Institutional-frontend: Vulnerability free</a:t>
          </a:r>
        </a:p>
      </dsp:txBody>
      <dsp:txXfrm>
        <a:off x="3993070" y="1535664"/>
        <a:ext cx="2843154" cy="1765311"/>
      </dsp:txXfrm>
    </dsp:sp>
    <dsp:sp modelId="{088DDD22-083F-467A-AAE3-7D7AC4916418}">
      <dsp:nvSpPr>
        <dsp:cNvPr id="0" name=""/>
        <dsp:cNvSpPr/>
      </dsp:nvSpPr>
      <dsp:spPr>
        <a:xfrm>
          <a:off x="7219257" y="1169038"/>
          <a:ext cx="2664134" cy="1875153"/>
        </a:xfrm>
        <a:prstGeom prst="roundRect">
          <a:avLst>
            <a:gd name="adj" fmla="val 10000"/>
          </a:avLst>
        </a:prstGeom>
        <a:solidFill>
          <a:schemeClr val="accent1">
            <a:hueOff val="0"/>
            <a:satOff val="0"/>
            <a:lumOff val="0"/>
            <a:alphaOff val="0"/>
          </a:schemeClr>
        </a:solidFill>
        <a:ln w="0" cap="flat" cmpd="sng" algn="ctr">
          <a:noFill/>
        </a:ln>
        <a:effectLst>
          <a:blur/>
        </a:effectLst>
      </dsp:spPr>
      <dsp:style>
        <a:lnRef idx="3">
          <a:scrgbClr r="0" g="0" b="0"/>
        </a:lnRef>
        <a:fillRef idx="1">
          <a:scrgbClr r="0" g="0" b="0"/>
        </a:fillRef>
        <a:effectRef idx="1">
          <a:scrgbClr r="0" g="0" b="0"/>
        </a:effectRef>
        <a:fontRef idx="minor">
          <a:schemeClr val="lt1"/>
        </a:fontRef>
      </dsp:style>
    </dsp:sp>
    <dsp:sp modelId="{52B6B8E6-28B9-4BCB-96A4-45CCB2AD99C0}">
      <dsp:nvSpPr>
        <dsp:cNvPr id="0" name=""/>
        <dsp:cNvSpPr/>
      </dsp:nvSpPr>
      <dsp:spPr>
        <a:xfrm>
          <a:off x="7547367" y="1480743"/>
          <a:ext cx="2664134" cy="1875153"/>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Helios on Actions Migration</a:t>
          </a:r>
        </a:p>
      </dsp:txBody>
      <dsp:txXfrm>
        <a:off x="7602288" y="1535664"/>
        <a:ext cx="2554292" cy="17653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DF7BF-DA3A-4246-84F5-DDC77D9B1532}">
      <dsp:nvSpPr>
        <dsp:cNvPr id="0" name=""/>
        <dsp:cNvSpPr/>
      </dsp:nvSpPr>
      <dsp:spPr>
        <a:xfrm>
          <a:off x="0" y="1878"/>
          <a:ext cx="10212323" cy="95182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05E1A6-2E63-4149-8241-5C2301421C29}">
      <dsp:nvSpPr>
        <dsp:cNvPr id="0" name=""/>
        <dsp:cNvSpPr/>
      </dsp:nvSpPr>
      <dsp:spPr>
        <a:xfrm>
          <a:off x="287927" y="216039"/>
          <a:ext cx="523504" cy="5235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7290A0-7FA7-4BD8-9211-435D8C82F71E}">
      <dsp:nvSpPr>
        <dsp:cNvPr id="0" name=""/>
        <dsp:cNvSpPr/>
      </dsp:nvSpPr>
      <dsp:spPr>
        <a:xfrm>
          <a:off x="1099360" y="1878"/>
          <a:ext cx="9112962" cy="951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35" tIns="100735" rIns="100735" bIns="100735" numCol="1" spcCol="1270" anchor="ctr" anchorCtr="0">
          <a:noAutofit/>
        </a:bodyPr>
        <a:lstStyle/>
        <a:p>
          <a:pPr marL="0" lvl="0" indent="0" algn="l" defTabSz="755650">
            <a:lnSpc>
              <a:spcPct val="100000"/>
            </a:lnSpc>
            <a:spcBef>
              <a:spcPct val="0"/>
            </a:spcBef>
            <a:spcAft>
              <a:spcPct val="35000"/>
            </a:spcAft>
            <a:buNone/>
          </a:pPr>
          <a:endParaRPr lang="en-US" sz="1700" kern="1200" dirty="0"/>
        </a:p>
      </dsp:txBody>
      <dsp:txXfrm>
        <a:off x="1099360" y="1878"/>
        <a:ext cx="9112962" cy="951827"/>
      </dsp:txXfrm>
    </dsp:sp>
    <dsp:sp modelId="{435E58A9-B559-4AFE-817C-9F68F4D4CCC5}">
      <dsp:nvSpPr>
        <dsp:cNvPr id="0" name=""/>
        <dsp:cNvSpPr/>
      </dsp:nvSpPr>
      <dsp:spPr>
        <a:xfrm>
          <a:off x="0" y="1184428"/>
          <a:ext cx="10212323" cy="95182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0FC9E1-FB82-4E4B-AA31-60E41102A0AF}">
      <dsp:nvSpPr>
        <dsp:cNvPr id="0" name=""/>
        <dsp:cNvSpPr/>
      </dsp:nvSpPr>
      <dsp:spPr>
        <a:xfrm>
          <a:off x="287927" y="1405823"/>
          <a:ext cx="523504" cy="5235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D1B980-A8BD-496E-BEDA-5AE197AC4170}">
      <dsp:nvSpPr>
        <dsp:cNvPr id="0" name=""/>
        <dsp:cNvSpPr/>
      </dsp:nvSpPr>
      <dsp:spPr>
        <a:xfrm>
          <a:off x="1099360" y="1191661"/>
          <a:ext cx="9112962" cy="951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35" tIns="100735" rIns="100735" bIns="100735" numCol="1" spcCol="1270" anchor="ctr" anchorCtr="0">
          <a:noAutofit/>
        </a:bodyPr>
        <a:lstStyle/>
        <a:p>
          <a:pPr marL="0" lvl="0" indent="0" algn="l" defTabSz="755650">
            <a:lnSpc>
              <a:spcPct val="100000"/>
            </a:lnSpc>
            <a:spcBef>
              <a:spcPct val="0"/>
            </a:spcBef>
            <a:spcAft>
              <a:spcPct val="35000"/>
            </a:spcAft>
            <a:buNone/>
          </a:pPr>
          <a:r>
            <a:rPr lang="en-US" sz="1700" kern="1200" dirty="0"/>
            <a:t>Learned, documented and shared the </a:t>
          </a:r>
          <a:r>
            <a:rPr lang="en-US" sz="1700" kern="1200" dirty="0" err="1"/>
            <a:t>iap</a:t>
          </a:r>
          <a:r>
            <a:rPr lang="en-US" sz="1700" kern="1200" dirty="0"/>
            <a:t>-frontend and </a:t>
          </a:r>
          <a:r>
            <a:rPr lang="en-US" sz="1700" kern="1200" dirty="0" err="1"/>
            <a:t>iap</a:t>
          </a:r>
          <a:r>
            <a:rPr lang="en-US" sz="1700" kern="1200" dirty="0"/>
            <a:t>-backend local setup and deployment</a:t>
          </a:r>
        </a:p>
      </dsp:txBody>
      <dsp:txXfrm>
        <a:off x="1099360" y="1191661"/>
        <a:ext cx="9112962" cy="951827"/>
      </dsp:txXfrm>
    </dsp:sp>
    <dsp:sp modelId="{F249BB7C-44CB-4157-9DDA-3999D2DE8E97}">
      <dsp:nvSpPr>
        <dsp:cNvPr id="0" name=""/>
        <dsp:cNvSpPr/>
      </dsp:nvSpPr>
      <dsp:spPr>
        <a:xfrm>
          <a:off x="0" y="2368244"/>
          <a:ext cx="10212323" cy="95182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BC9AAE-7E40-4079-80DB-B4E1F86D9293}">
      <dsp:nvSpPr>
        <dsp:cNvPr id="0" name=""/>
        <dsp:cNvSpPr/>
      </dsp:nvSpPr>
      <dsp:spPr>
        <a:xfrm>
          <a:off x="287927" y="2595607"/>
          <a:ext cx="523504" cy="5235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31897F-5EFA-4630-929C-F98C2BD3D62A}">
      <dsp:nvSpPr>
        <dsp:cNvPr id="0" name=""/>
        <dsp:cNvSpPr/>
      </dsp:nvSpPr>
      <dsp:spPr>
        <a:xfrm>
          <a:off x="1099360" y="2381445"/>
          <a:ext cx="9112962" cy="951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35" tIns="100735" rIns="100735" bIns="100735" numCol="1" spcCol="1270" anchor="ctr" anchorCtr="0">
          <a:noAutofit/>
        </a:bodyPr>
        <a:lstStyle/>
        <a:p>
          <a:pPr marL="0" lvl="0" indent="0" algn="l" defTabSz="755650">
            <a:lnSpc>
              <a:spcPct val="100000"/>
            </a:lnSpc>
            <a:spcBef>
              <a:spcPct val="0"/>
            </a:spcBef>
            <a:spcAft>
              <a:spcPct val="35000"/>
            </a:spcAft>
            <a:buNone/>
          </a:pPr>
          <a:r>
            <a:rPr lang="en-US" sz="1700" kern="1200" dirty="0"/>
            <a:t>Learned, documented and ran the </a:t>
          </a:r>
          <a:r>
            <a:rPr lang="en-US" sz="1700" kern="1200" dirty="0" err="1"/>
            <a:t>iap</a:t>
          </a:r>
          <a:r>
            <a:rPr lang="en-US" sz="1700" kern="1200" dirty="0"/>
            <a:t> and </a:t>
          </a:r>
          <a:r>
            <a:rPr lang="en-US" sz="1700" kern="1200" dirty="0" err="1"/>
            <a:t>icp</a:t>
          </a:r>
          <a:r>
            <a:rPr lang="en-US" sz="1700" kern="1200" dirty="0"/>
            <a:t> frontend manual and automated tests</a:t>
          </a:r>
        </a:p>
      </dsp:txBody>
      <dsp:txXfrm>
        <a:off x="1099360" y="2381445"/>
        <a:ext cx="9112962" cy="951827"/>
      </dsp:txXfrm>
    </dsp:sp>
    <dsp:sp modelId="{14F432CB-B6DE-450C-AA38-19B97E4E6822}">
      <dsp:nvSpPr>
        <dsp:cNvPr id="0" name=""/>
        <dsp:cNvSpPr/>
      </dsp:nvSpPr>
      <dsp:spPr>
        <a:xfrm>
          <a:off x="0" y="3571229"/>
          <a:ext cx="10212323" cy="95182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8A3D14-9236-4411-9672-AD1EB8C16CD8}">
      <dsp:nvSpPr>
        <dsp:cNvPr id="0" name=""/>
        <dsp:cNvSpPr/>
      </dsp:nvSpPr>
      <dsp:spPr>
        <a:xfrm>
          <a:off x="287927" y="3785390"/>
          <a:ext cx="523504" cy="5235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0EFBC5-1B20-4C8F-A873-B858EB0EACA5}">
      <dsp:nvSpPr>
        <dsp:cNvPr id="0" name=""/>
        <dsp:cNvSpPr/>
      </dsp:nvSpPr>
      <dsp:spPr>
        <a:xfrm>
          <a:off x="1140505" y="3549042"/>
          <a:ext cx="4727713" cy="951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35" tIns="100735" rIns="100735" bIns="100735" numCol="1" spcCol="1270" anchor="ctr" anchorCtr="0">
          <a:noAutofit/>
        </a:bodyPr>
        <a:lstStyle/>
        <a:p>
          <a:pPr marL="0" lvl="0" indent="0" algn="l" defTabSz="755650">
            <a:lnSpc>
              <a:spcPct val="100000"/>
            </a:lnSpc>
            <a:spcBef>
              <a:spcPct val="0"/>
            </a:spcBef>
            <a:spcAft>
              <a:spcPct val="35000"/>
            </a:spcAft>
            <a:buNone/>
          </a:pPr>
          <a:r>
            <a:rPr lang="en-US" sz="1700" kern="1200" dirty="0"/>
            <a:t>Authored multiple confluence documents to help new team members with onboarding and share gained knowledge</a:t>
          </a:r>
        </a:p>
      </dsp:txBody>
      <dsp:txXfrm>
        <a:off x="1140505" y="3549042"/>
        <a:ext cx="4727713" cy="95182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91065C-6266-48BC-AAEB-E913B1E2B063}">
      <dsp:nvSpPr>
        <dsp:cNvPr id="0" name=""/>
        <dsp:cNvSpPr/>
      </dsp:nvSpPr>
      <dsp:spPr>
        <a:xfrm>
          <a:off x="0" y="28871"/>
          <a:ext cx="10212323" cy="129252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BB60DD-2FC0-4DE5-AA36-4120051646D6}">
      <dsp:nvSpPr>
        <dsp:cNvPr id="0" name=""/>
        <dsp:cNvSpPr/>
      </dsp:nvSpPr>
      <dsp:spPr>
        <a:xfrm>
          <a:off x="390988" y="291370"/>
          <a:ext cx="710887" cy="71088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209352-51EC-4D9B-AEE5-323870032218}">
      <dsp:nvSpPr>
        <dsp:cNvPr id="0" name=""/>
        <dsp:cNvSpPr/>
      </dsp:nvSpPr>
      <dsp:spPr>
        <a:xfrm>
          <a:off x="1671952" y="0"/>
          <a:ext cx="7473459" cy="1292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792" tIns="136792" rIns="136792" bIns="136792" numCol="1" spcCol="1270" anchor="ctr" anchorCtr="0">
          <a:noAutofit/>
        </a:bodyPr>
        <a:lstStyle/>
        <a:p>
          <a:pPr marL="0" lvl="0" indent="0" algn="l" defTabSz="1066800">
            <a:lnSpc>
              <a:spcPct val="100000"/>
            </a:lnSpc>
            <a:spcBef>
              <a:spcPct val="0"/>
            </a:spcBef>
            <a:spcAft>
              <a:spcPct val="35000"/>
            </a:spcAft>
            <a:buNone/>
          </a:pPr>
          <a:r>
            <a:rPr lang="en-US" sz="2400" kern="1200" dirty="0"/>
            <a:t>Advanced the migration of ICP0 frontend applications to OCP4</a:t>
          </a:r>
        </a:p>
      </dsp:txBody>
      <dsp:txXfrm>
        <a:off x="1671952" y="0"/>
        <a:ext cx="7473459" cy="1292522"/>
      </dsp:txXfrm>
    </dsp:sp>
    <dsp:sp modelId="{72EAAF12-1369-4E75-9175-D11E638DF0C0}">
      <dsp:nvSpPr>
        <dsp:cNvPr id="0" name=""/>
        <dsp:cNvSpPr/>
      </dsp:nvSpPr>
      <dsp:spPr>
        <a:xfrm>
          <a:off x="6088409" y="552"/>
          <a:ext cx="4123913" cy="1292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792" tIns="136792" rIns="136792" bIns="136792" numCol="1" spcCol="1270" anchor="ctr" anchorCtr="0">
          <a:noAutofit/>
        </a:bodyPr>
        <a:lstStyle/>
        <a:p>
          <a:pPr marL="0" lvl="0" indent="0" algn="l" defTabSz="800100">
            <a:lnSpc>
              <a:spcPct val="100000"/>
            </a:lnSpc>
            <a:spcBef>
              <a:spcPct val="0"/>
            </a:spcBef>
            <a:spcAft>
              <a:spcPct val="35000"/>
            </a:spcAft>
            <a:buNone/>
          </a:pPr>
          <a:endParaRPr lang="en-US" sz="1800" kern="1200" dirty="0"/>
        </a:p>
      </dsp:txBody>
      <dsp:txXfrm>
        <a:off x="6088409" y="552"/>
        <a:ext cx="4123913" cy="1292522"/>
      </dsp:txXfrm>
    </dsp:sp>
    <dsp:sp modelId="{A1D07800-2779-4C69-B7F2-B0727A2E617F}">
      <dsp:nvSpPr>
        <dsp:cNvPr id="0" name=""/>
        <dsp:cNvSpPr/>
      </dsp:nvSpPr>
      <dsp:spPr>
        <a:xfrm>
          <a:off x="0" y="1616206"/>
          <a:ext cx="10212323" cy="129252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6B0E5D-1619-4A68-94F1-0AD116A63AD9}">
      <dsp:nvSpPr>
        <dsp:cNvPr id="0" name=""/>
        <dsp:cNvSpPr/>
      </dsp:nvSpPr>
      <dsp:spPr>
        <a:xfrm>
          <a:off x="390988" y="1907023"/>
          <a:ext cx="710887" cy="7108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C216C8-B49B-4B30-9404-967DB3D5F77B}">
      <dsp:nvSpPr>
        <dsp:cNvPr id="0" name=""/>
        <dsp:cNvSpPr/>
      </dsp:nvSpPr>
      <dsp:spPr>
        <a:xfrm>
          <a:off x="1600200" y="1616206"/>
          <a:ext cx="8504785" cy="1292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792" tIns="136792" rIns="136792" bIns="136792" numCol="1" spcCol="1270" anchor="ctr" anchorCtr="0">
          <a:noAutofit/>
        </a:bodyPr>
        <a:lstStyle/>
        <a:p>
          <a:pPr marL="0" lvl="0" indent="0" algn="l" defTabSz="1066800">
            <a:lnSpc>
              <a:spcPct val="100000"/>
            </a:lnSpc>
            <a:spcBef>
              <a:spcPct val="0"/>
            </a:spcBef>
            <a:spcAft>
              <a:spcPct val="35000"/>
            </a:spcAft>
            <a:buNone/>
          </a:pPr>
          <a:r>
            <a:rPr lang="en-US" sz="2400" kern="1200" dirty="0"/>
            <a:t>Now on a LTS Angular version (v2 to v15 are no longer supported)</a:t>
          </a:r>
        </a:p>
      </dsp:txBody>
      <dsp:txXfrm>
        <a:off x="1600200" y="1616206"/>
        <a:ext cx="8504785" cy="1292522"/>
      </dsp:txXfrm>
    </dsp:sp>
    <dsp:sp modelId="{57D3756E-A165-4D08-B75B-C9A5D5203B5C}">
      <dsp:nvSpPr>
        <dsp:cNvPr id="0" name=""/>
        <dsp:cNvSpPr/>
      </dsp:nvSpPr>
      <dsp:spPr>
        <a:xfrm>
          <a:off x="0" y="3232412"/>
          <a:ext cx="10212323" cy="129252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2AABE0-1E79-4B64-90E5-6E574DB944CC}">
      <dsp:nvSpPr>
        <dsp:cNvPr id="0" name=""/>
        <dsp:cNvSpPr/>
      </dsp:nvSpPr>
      <dsp:spPr>
        <a:xfrm>
          <a:off x="390988" y="3522677"/>
          <a:ext cx="710887" cy="710887"/>
        </a:xfrm>
        <a:prstGeom prst="rect">
          <a:avLst/>
        </a:prstGeom>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34655E-4D0B-4261-B906-BEBE0573C7C5}">
      <dsp:nvSpPr>
        <dsp:cNvPr id="0" name=""/>
        <dsp:cNvSpPr/>
      </dsp:nvSpPr>
      <dsp:spPr>
        <a:xfrm>
          <a:off x="1582270" y="3231859"/>
          <a:ext cx="4416732" cy="1292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792" tIns="136792" rIns="136792" bIns="136792" numCol="1" spcCol="1270" anchor="ctr" anchorCtr="0">
          <a:noAutofit/>
        </a:bodyPr>
        <a:lstStyle/>
        <a:p>
          <a:pPr marL="0" lvl="0" indent="0" algn="l" defTabSz="1066800">
            <a:lnSpc>
              <a:spcPct val="100000"/>
            </a:lnSpc>
            <a:spcBef>
              <a:spcPct val="0"/>
            </a:spcBef>
            <a:spcAft>
              <a:spcPct val="35000"/>
            </a:spcAft>
            <a:buNone/>
          </a:pPr>
          <a:r>
            <a:rPr lang="en-US" sz="2400" kern="1200" dirty="0"/>
            <a:t>More secure applications </a:t>
          </a:r>
        </a:p>
      </dsp:txBody>
      <dsp:txXfrm>
        <a:off x="1582270" y="3231859"/>
        <a:ext cx="4416732" cy="1292522"/>
      </dsp:txXfrm>
    </dsp:sp>
    <dsp:sp modelId="{F8F1879B-2C6C-482F-AB69-F811C14EEE99}">
      <dsp:nvSpPr>
        <dsp:cNvPr id="0" name=""/>
        <dsp:cNvSpPr/>
      </dsp:nvSpPr>
      <dsp:spPr>
        <a:xfrm>
          <a:off x="6088409" y="3231859"/>
          <a:ext cx="4123913" cy="1292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792" tIns="136792" rIns="136792" bIns="136792" numCol="1" spcCol="1270" anchor="ctr" anchorCtr="0">
          <a:noAutofit/>
        </a:bodyPr>
        <a:lstStyle/>
        <a:p>
          <a:pPr marL="0" lvl="0" indent="0" algn="l" defTabSz="800100">
            <a:lnSpc>
              <a:spcPct val="100000"/>
            </a:lnSpc>
            <a:spcBef>
              <a:spcPct val="0"/>
            </a:spcBef>
            <a:spcAft>
              <a:spcPct val="35000"/>
            </a:spcAft>
            <a:buNone/>
          </a:pPr>
          <a:r>
            <a:rPr lang="en-US" sz="1800" kern="1200" dirty="0"/>
            <a:t>Less susceptible to attacks that can compromise user data </a:t>
          </a:r>
        </a:p>
      </dsp:txBody>
      <dsp:txXfrm>
        <a:off x="6088409" y="3231859"/>
        <a:ext cx="4123913" cy="129252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410EB2-46BB-4343-8674-CFE83673CB03}">
      <dsp:nvSpPr>
        <dsp:cNvPr id="0" name=""/>
        <dsp:cNvSpPr/>
      </dsp:nvSpPr>
      <dsp:spPr>
        <a:xfrm>
          <a:off x="1491440" y="57594"/>
          <a:ext cx="957089" cy="957089"/>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4E7BF2-58CD-45F1-9D0F-E6B21C095752}">
      <dsp:nvSpPr>
        <dsp:cNvPr id="0" name=""/>
        <dsp:cNvSpPr/>
      </dsp:nvSpPr>
      <dsp:spPr>
        <a:xfrm>
          <a:off x="1692429" y="258583"/>
          <a:ext cx="555111" cy="555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5D79683-F068-41DE-BDF8-E5403DA7BFC6}">
      <dsp:nvSpPr>
        <dsp:cNvPr id="0" name=""/>
        <dsp:cNvSpPr/>
      </dsp:nvSpPr>
      <dsp:spPr>
        <a:xfrm>
          <a:off x="2653620" y="57594"/>
          <a:ext cx="2255995" cy="957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dirty="0"/>
            <a:t>The full software development process (not just development)</a:t>
          </a:r>
        </a:p>
      </dsp:txBody>
      <dsp:txXfrm>
        <a:off x="2653620" y="57594"/>
        <a:ext cx="2255995" cy="957089"/>
      </dsp:txXfrm>
    </dsp:sp>
    <dsp:sp modelId="{13C64462-D162-4790-A1B8-5A6C6AFE4CC1}">
      <dsp:nvSpPr>
        <dsp:cNvPr id="0" name=""/>
        <dsp:cNvSpPr/>
      </dsp:nvSpPr>
      <dsp:spPr>
        <a:xfrm>
          <a:off x="5302706" y="57594"/>
          <a:ext cx="957089" cy="957089"/>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2F3E6D-0BDB-49F6-B518-2A2E2C3FBD1B}">
      <dsp:nvSpPr>
        <dsp:cNvPr id="0" name=""/>
        <dsp:cNvSpPr/>
      </dsp:nvSpPr>
      <dsp:spPr>
        <a:xfrm>
          <a:off x="5503695" y="258583"/>
          <a:ext cx="555111" cy="555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5BBED55-0B42-49A3-BB1C-2D2F57E61637}">
      <dsp:nvSpPr>
        <dsp:cNvPr id="0" name=""/>
        <dsp:cNvSpPr/>
      </dsp:nvSpPr>
      <dsp:spPr>
        <a:xfrm>
          <a:off x="6464886" y="57594"/>
          <a:ext cx="2255995" cy="957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Code quality &amp; security</a:t>
          </a:r>
        </a:p>
      </dsp:txBody>
      <dsp:txXfrm>
        <a:off x="6464886" y="57594"/>
        <a:ext cx="2255995" cy="957089"/>
      </dsp:txXfrm>
    </dsp:sp>
    <dsp:sp modelId="{70D2567A-49FC-4A80-BF2E-0FCDDF9066F8}">
      <dsp:nvSpPr>
        <dsp:cNvPr id="0" name=""/>
        <dsp:cNvSpPr/>
      </dsp:nvSpPr>
      <dsp:spPr>
        <a:xfrm>
          <a:off x="1491440" y="1783922"/>
          <a:ext cx="957089" cy="957089"/>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DBCD1A-B2C5-4FCA-B8FC-F873D6A48F33}">
      <dsp:nvSpPr>
        <dsp:cNvPr id="0" name=""/>
        <dsp:cNvSpPr/>
      </dsp:nvSpPr>
      <dsp:spPr>
        <a:xfrm>
          <a:off x="1692429" y="1984911"/>
          <a:ext cx="555111" cy="555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BDE0AF-A024-4C4E-BC74-29965F25AE27}">
      <dsp:nvSpPr>
        <dsp:cNvPr id="0" name=""/>
        <dsp:cNvSpPr/>
      </dsp:nvSpPr>
      <dsp:spPr>
        <a:xfrm>
          <a:off x="2653620" y="1783922"/>
          <a:ext cx="2255995" cy="957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err="1"/>
            <a:t>Devops</a:t>
          </a:r>
          <a:r>
            <a:rPr lang="en-US" sz="2000" kern="1200" dirty="0"/>
            <a:t> (Helios, Jenkins, GitHub Actions)</a:t>
          </a:r>
        </a:p>
      </dsp:txBody>
      <dsp:txXfrm>
        <a:off x="2653620" y="1783922"/>
        <a:ext cx="2255995" cy="957089"/>
      </dsp:txXfrm>
    </dsp:sp>
    <dsp:sp modelId="{F5F0DE3F-6D4E-4955-BBFF-73DA4A8643E2}">
      <dsp:nvSpPr>
        <dsp:cNvPr id="0" name=""/>
        <dsp:cNvSpPr/>
      </dsp:nvSpPr>
      <dsp:spPr>
        <a:xfrm>
          <a:off x="5302706" y="1783922"/>
          <a:ext cx="957089" cy="957089"/>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1DAEB3-3E36-4E73-8FDA-8BEF48ACE66A}">
      <dsp:nvSpPr>
        <dsp:cNvPr id="0" name=""/>
        <dsp:cNvSpPr/>
      </dsp:nvSpPr>
      <dsp:spPr>
        <a:xfrm>
          <a:off x="5503695" y="1984911"/>
          <a:ext cx="555111" cy="55511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6D24ED-3227-4B0E-9901-8B1409A3C044}">
      <dsp:nvSpPr>
        <dsp:cNvPr id="0" name=""/>
        <dsp:cNvSpPr/>
      </dsp:nvSpPr>
      <dsp:spPr>
        <a:xfrm>
          <a:off x="6464886" y="1783922"/>
          <a:ext cx="2255995" cy="957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Automated and regression testing</a:t>
          </a:r>
        </a:p>
      </dsp:txBody>
      <dsp:txXfrm>
        <a:off x="6464886" y="1783922"/>
        <a:ext cx="2255995" cy="957089"/>
      </dsp:txXfrm>
    </dsp:sp>
    <dsp:sp modelId="{C626BBC1-91CB-4BCF-B1FA-AE774509B70A}">
      <dsp:nvSpPr>
        <dsp:cNvPr id="0" name=""/>
        <dsp:cNvSpPr/>
      </dsp:nvSpPr>
      <dsp:spPr>
        <a:xfrm>
          <a:off x="1491440" y="3510251"/>
          <a:ext cx="957089" cy="957089"/>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32A890-AB56-4189-BEB1-537538B09960}">
      <dsp:nvSpPr>
        <dsp:cNvPr id="0" name=""/>
        <dsp:cNvSpPr/>
      </dsp:nvSpPr>
      <dsp:spPr>
        <a:xfrm>
          <a:off x="1692429" y="3711239"/>
          <a:ext cx="555111" cy="55511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63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6DF09E-D1AF-4986-9F94-D8859053A966}">
      <dsp:nvSpPr>
        <dsp:cNvPr id="0" name=""/>
        <dsp:cNvSpPr/>
      </dsp:nvSpPr>
      <dsp:spPr>
        <a:xfrm>
          <a:off x="2653620" y="3510251"/>
          <a:ext cx="2255995" cy="957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Importance of documentation </a:t>
          </a:r>
        </a:p>
      </dsp:txBody>
      <dsp:txXfrm>
        <a:off x="2653620" y="3510251"/>
        <a:ext cx="2255995" cy="957089"/>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C96E8B-9C2E-4A78-B107-D56F2D7EDC28}" type="datetimeFigureOut">
              <a:rPr lang="en-CA" smtClean="0"/>
              <a:t>2025-08-26</a:t>
            </a:fld>
            <a:endParaRPr lang="en-C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A67B4B-6927-4479-BAB6-7BD30284BD2B}" type="slidenum">
              <a:rPr lang="en-CA" smtClean="0"/>
              <a:t>‹#›</a:t>
            </a:fld>
            <a:endParaRPr lang="en-CA" dirty="0"/>
          </a:p>
        </p:txBody>
      </p:sp>
    </p:spTree>
    <p:extLst>
      <p:ext uri="{BB962C8B-B14F-4D97-AF65-F5344CB8AC3E}">
        <p14:creationId xmlns:p14="http://schemas.microsoft.com/office/powerpoint/2010/main" val="949351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ev.to/this-is-angular/the-importance-of-upgrading-frameworks-a-case-for-angular-5c91"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blog.angular.dev/introducing-angular-v17-4d7033312e4b"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How did the documents help? What did they do?</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Problems and solutions slide</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Adjusted schedule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HOW did I make an impact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Cool you learned it, so what?</a:t>
            </a:r>
          </a:p>
          <a:p>
            <a:endParaRPr lang="en-US" dirty="0"/>
          </a:p>
        </p:txBody>
      </p:sp>
      <p:sp>
        <p:nvSpPr>
          <p:cNvPr id="4" name="Slide Number Placeholder 3"/>
          <p:cNvSpPr>
            <a:spLocks noGrp="1"/>
          </p:cNvSpPr>
          <p:nvPr>
            <p:ph type="sldNum" sz="quarter" idx="5"/>
          </p:nvPr>
        </p:nvSpPr>
        <p:spPr/>
        <p:txBody>
          <a:bodyPr/>
          <a:lstStyle/>
          <a:p>
            <a:fld id="{A8A67B4B-6927-4479-BAB6-7BD30284BD2B}" type="slidenum">
              <a:rPr lang="en-CA" smtClean="0"/>
              <a:t>1</a:t>
            </a:fld>
            <a:endParaRPr lang="en-CA" dirty="0"/>
          </a:p>
        </p:txBody>
      </p:sp>
    </p:spTree>
    <p:extLst>
      <p:ext uri="{BB962C8B-B14F-4D97-AF65-F5344CB8AC3E}">
        <p14:creationId xmlns:p14="http://schemas.microsoft.com/office/powerpoint/2010/main" val="137914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at a glance, some key highlights I was able to deliver during my 4 months here was </a:t>
            </a:r>
          </a:p>
          <a:p>
            <a:pPr marL="171450" indent="-171450">
              <a:buFontTx/>
              <a:buChar char="-"/>
            </a:pPr>
            <a:r>
              <a:rPr lang="en-US" dirty="0"/>
              <a:t>Vulnerability reductions the ICP0 application</a:t>
            </a:r>
          </a:p>
          <a:p>
            <a:pPr marL="171450" indent="-171450">
              <a:buFontTx/>
              <a:buChar char="-"/>
            </a:pPr>
            <a:r>
              <a:rPr lang="en-US" dirty="0"/>
              <a:t>Angular version updates for frontend applications </a:t>
            </a:r>
          </a:p>
          <a:p>
            <a:pPr marL="171450" indent="-171450">
              <a:buFontTx/>
              <a:buChar char="-"/>
            </a:pPr>
            <a:r>
              <a:rPr lang="en-US" dirty="0"/>
              <a:t>Documentation and knowledge sharing with current and new onboarding team members.</a:t>
            </a:r>
          </a:p>
          <a:p>
            <a:pPr marL="0" indent="0">
              <a:buFontTx/>
              <a:buNone/>
            </a:pPr>
            <a:endParaRPr lang="en-US" dirty="0"/>
          </a:p>
        </p:txBody>
      </p:sp>
      <p:sp>
        <p:nvSpPr>
          <p:cNvPr id="4" name="Slide Number Placeholder 3"/>
          <p:cNvSpPr>
            <a:spLocks noGrp="1"/>
          </p:cNvSpPr>
          <p:nvPr>
            <p:ph type="sldNum" sz="quarter" idx="5"/>
          </p:nvPr>
        </p:nvSpPr>
        <p:spPr/>
        <p:txBody>
          <a:bodyPr/>
          <a:lstStyle/>
          <a:p>
            <a:fld id="{A8A67B4B-6927-4479-BAB6-7BD30284BD2B}" type="slidenum">
              <a:rPr lang="en-CA" smtClean="0"/>
              <a:t>2</a:t>
            </a:fld>
            <a:endParaRPr lang="en-CA" dirty="0"/>
          </a:p>
        </p:txBody>
      </p:sp>
    </p:spTree>
    <p:extLst>
      <p:ext uri="{BB962C8B-B14F-4D97-AF65-F5344CB8AC3E}">
        <p14:creationId xmlns:p14="http://schemas.microsoft.com/office/powerpoint/2010/main" val="293643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for some general advancements I was able to help deliver was:</a:t>
            </a:r>
          </a:p>
          <a:p>
            <a:pPr marL="171450" indent="-171450">
              <a:buFontTx/>
              <a:buChar char="-"/>
            </a:pPr>
            <a:r>
              <a:rPr lang="en-US" dirty="0"/>
              <a:t>For </a:t>
            </a:r>
            <a:r>
              <a:rPr lang="en-US" dirty="0" err="1"/>
              <a:t>iap</a:t>
            </a:r>
            <a:r>
              <a:rPr lang="en-US" dirty="0"/>
              <a:t>-frontend, me and Serhii with the help of Reza, were able to get it ready and waiting in production.</a:t>
            </a:r>
          </a:p>
          <a:p>
            <a:pPr marL="171450" indent="-171450">
              <a:buFontTx/>
              <a:buChar char="-"/>
            </a:pPr>
            <a:r>
              <a:rPr lang="en-US" dirty="0"/>
              <a:t>For institutional frontend, me and Serhii were also able to clean up all its vulnerabilities</a:t>
            </a:r>
          </a:p>
          <a:p>
            <a:pPr marL="171450" indent="-171450">
              <a:buFontTx/>
              <a:buChar char="-"/>
            </a:pPr>
            <a:r>
              <a:rPr lang="en-US" dirty="0"/>
              <a:t>With Reza’s help I was also able to advance the frontend applications to GitHub Actions.</a:t>
            </a:r>
          </a:p>
        </p:txBody>
      </p:sp>
      <p:sp>
        <p:nvSpPr>
          <p:cNvPr id="4" name="Slide Number Placeholder 3"/>
          <p:cNvSpPr>
            <a:spLocks noGrp="1"/>
          </p:cNvSpPr>
          <p:nvPr>
            <p:ph type="sldNum" sz="quarter" idx="5"/>
          </p:nvPr>
        </p:nvSpPr>
        <p:spPr/>
        <p:txBody>
          <a:bodyPr/>
          <a:lstStyle/>
          <a:p>
            <a:fld id="{A8A67B4B-6927-4479-BAB6-7BD30284BD2B}" type="slidenum">
              <a:rPr lang="en-CA" smtClean="0"/>
              <a:t>3</a:t>
            </a:fld>
            <a:endParaRPr lang="en-CA" dirty="0"/>
          </a:p>
        </p:txBody>
      </p:sp>
    </p:spTree>
    <p:extLst>
      <p:ext uri="{BB962C8B-B14F-4D97-AF65-F5344CB8AC3E}">
        <p14:creationId xmlns:p14="http://schemas.microsoft.com/office/powerpoint/2010/main" val="1649290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So during the 4 months I was onboarded to the ICP0 team/project, and here I helped progress the applications migration from PCF to OCP4</a:t>
            </a:r>
          </a:p>
          <a:p>
            <a:pPr marL="171450" indent="-171450">
              <a:buFontTx/>
              <a:buChar char="-"/>
            </a:pPr>
            <a:r>
              <a:rPr lang="en-US" dirty="0"/>
              <a:t>As one of the first members of the ICP0 team I took on the responsibility of starting up the application for the first time in a while. With the help of previous team members who worked on the project, I was able to learn the process of starting it up and documented all the things I learned in the process. </a:t>
            </a:r>
          </a:p>
          <a:p>
            <a:pPr marL="171450" indent="-171450">
              <a:buFontTx/>
              <a:buChar char="-"/>
            </a:pPr>
            <a:r>
              <a:rPr lang="en-US" dirty="0"/>
              <a:t>Furthermore, I was able to do the same with the testing process for ICP0, learning it and documenting.</a:t>
            </a:r>
          </a:p>
          <a:p>
            <a:pPr marL="171450" indent="-171450">
              <a:buFontTx/>
              <a:buChar char="-"/>
            </a:pPr>
            <a:r>
              <a:rPr lang="en-US" dirty="0"/>
              <a:t>And here are some of the confluence pages I was able to create and share with team members to share this new gained knowledge.</a:t>
            </a:r>
          </a:p>
        </p:txBody>
      </p:sp>
      <p:sp>
        <p:nvSpPr>
          <p:cNvPr id="4" name="Slide Number Placeholder 3"/>
          <p:cNvSpPr>
            <a:spLocks noGrp="1"/>
          </p:cNvSpPr>
          <p:nvPr>
            <p:ph type="sldNum" sz="quarter" idx="5"/>
          </p:nvPr>
        </p:nvSpPr>
        <p:spPr/>
        <p:txBody>
          <a:bodyPr/>
          <a:lstStyle/>
          <a:p>
            <a:fld id="{A8A67B4B-6927-4479-BAB6-7BD30284BD2B}" type="slidenum">
              <a:rPr lang="en-CA" smtClean="0"/>
              <a:t>4</a:t>
            </a:fld>
            <a:endParaRPr lang="en-CA" dirty="0"/>
          </a:p>
        </p:txBody>
      </p:sp>
    </p:spTree>
    <p:extLst>
      <p:ext uri="{BB962C8B-B14F-4D97-AF65-F5344CB8AC3E}">
        <p14:creationId xmlns:p14="http://schemas.microsoft.com/office/powerpoint/2010/main" val="1017359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During this learning process it was not all sunshine and rainbows, there were a few problems along the way, with the main one being the bottleneck of information. Or in other words, how accessible the information was. In short it was not accessible at all as the information regarding ICP0 was only known by a few developers, with barely any documentation available</a:t>
            </a:r>
          </a:p>
          <a:p>
            <a:pPr marL="171450" indent="-171450">
              <a:buFontTx/>
              <a:buChar char="-"/>
            </a:pPr>
            <a:r>
              <a:rPr lang="en-US" dirty="0"/>
              <a:t>For example, during the startup process I would reach out to Roman Buta and Anna </a:t>
            </a:r>
            <a:r>
              <a:rPr lang="en-US" dirty="0" err="1"/>
              <a:t>Myropolska</a:t>
            </a:r>
            <a:r>
              <a:rPr lang="en-US" dirty="0"/>
              <a:t>, as they were the last ones to work on the application. </a:t>
            </a:r>
          </a:p>
          <a:p>
            <a:pPr marL="171450" indent="-171450">
              <a:buFontTx/>
              <a:buChar char="-"/>
            </a:pPr>
            <a:r>
              <a:rPr lang="en-US" dirty="0"/>
              <a:t>And for the testing I would reach out to </a:t>
            </a:r>
            <a:r>
              <a:rPr lang="en-US" dirty="0" err="1"/>
              <a:t>Rhiddhi</a:t>
            </a:r>
            <a:r>
              <a:rPr lang="en-US" dirty="0"/>
              <a:t> Gupta and Paresh</a:t>
            </a:r>
          </a:p>
          <a:p>
            <a:pPr marL="628650" lvl="1" indent="-171450">
              <a:buFontTx/>
              <a:buChar char="-"/>
            </a:pPr>
            <a:r>
              <a:rPr lang="en-US" dirty="0"/>
              <a:t>And this was a problem for a few reasons, I had to gain a lot of information from just 3 people, and these people are busy people with their own projects and things to work on. And these people were also offshore in a different time zone, 6-8 hours ahead of us; which meant I did not have that much time to connect with them to learn these things.</a:t>
            </a:r>
          </a:p>
          <a:p>
            <a:pPr marL="628650" lvl="1" indent="-171450">
              <a:buFontTx/>
              <a:buChar char="-"/>
            </a:pPr>
            <a:endParaRPr lang="en-US" dirty="0"/>
          </a:p>
          <a:p>
            <a:pPr marL="628650" lvl="1" indent="-171450">
              <a:buFontTx/>
              <a:buChar char="-"/>
            </a:pPr>
            <a:endParaRPr lang="en-US" dirty="0"/>
          </a:p>
          <a:p>
            <a:pPr marL="628650" lvl="1" indent="-171450">
              <a:buFontTx/>
              <a:buChar char="-"/>
            </a:pPr>
            <a:r>
              <a:rPr lang="en-US" dirty="0"/>
              <a:t>So to account for this I had to adjust my schedule to start a earlier at 8 most days to schedule meetings and calls with them as they had free time during those hours. </a:t>
            </a:r>
          </a:p>
          <a:p>
            <a:pPr marL="628650" lvl="1" indent="-171450">
              <a:buFontTx/>
              <a:buChar char="-"/>
            </a:pPr>
            <a:r>
              <a:rPr lang="en-US" dirty="0"/>
              <a:t>And to solve this bottle necking of information, as mentioned earlier, I documented everything I learned so that everyone can easily access this information instead of relying on a single person </a:t>
            </a:r>
          </a:p>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A8A67B4B-6927-4479-BAB6-7BD30284BD2B}" type="slidenum">
              <a:rPr lang="en-CA" smtClean="0"/>
              <a:t>5</a:t>
            </a:fld>
            <a:endParaRPr lang="en-CA" dirty="0"/>
          </a:p>
        </p:txBody>
      </p:sp>
    </p:spTree>
    <p:extLst>
      <p:ext uri="{BB962C8B-B14F-4D97-AF65-F5344CB8AC3E}">
        <p14:creationId xmlns:p14="http://schemas.microsoft.com/office/powerpoint/2010/main" val="1404408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resolve the build issues, extensive research and debugging was done to fix it. This also included looking at package compatibilities, removing the ones that were compatible and updating the ones that was compatible with the newer Angular version, and rewriting incompatible code components </a:t>
            </a:r>
            <a:r>
              <a:rPr lang="en-US"/>
              <a:t>into compatible </a:t>
            </a:r>
            <a:r>
              <a:rPr lang="en-US" dirty="0"/>
              <a:t>syntax.</a:t>
            </a:r>
          </a:p>
          <a:p>
            <a:endParaRPr lang="en-US" dirty="0"/>
          </a:p>
        </p:txBody>
      </p:sp>
      <p:sp>
        <p:nvSpPr>
          <p:cNvPr id="4" name="Slide Number Placeholder 3"/>
          <p:cNvSpPr>
            <a:spLocks noGrp="1"/>
          </p:cNvSpPr>
          <p:nvPr>
            <p:ph type="sldNum" sz="quarter" idx="5"/>
          </p:nvPr>
        </p:nvSpPr>
        <p:spPr/>
        <p:txBody>
          <a:bodyPr/>
          <a:lstStyle/>
          <a:p>
            <a:fld id="{A8A67B4B-6927-4479-BAB6-7BD30284BD2B}" type="slidenum">
              <a:rPr lang="en-CA" smtClean="0"/>
              <a:t>6</a:t>
            </a:fld>
            <a:endParaRPr lang="en-CA" dirty="0"/>
          </a:p>
        </p:txBody>
      </p:sp>
    </p:spTree>
    <p:extLst>
      <p:ext uri="{BB962C8B-B14F-4D97-AF65-F5344CB8AC3E}">
        <p14:creationId xmlns:p14="http://schemas.microsoft.com/office/powerpoint/2010/main" val="3459840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resolve the build issues, extensive research and debugging was done to fix it. This also included looking at package compatibilities, removing the ones that were compatible and updating the ones that was compatible with the newer Angular version.  </a:t>
            </a:r>
          </a:p>
          <a:p>
            <a:endParaRPr lang="en-US" dirty="0"/>
          </a:p>
          <a:p>
            <a:r>
              <a:rPr lang="en-US" dirty="0"/>
              <a:t>Modifying scripts and added custom agents from previous projects to update node versions and ultimately fix </a:t>
            </a:r>
            <a:r>
              <a:rPr lang="en-US" dirty="0" err="1"/>
              <a:t>helios</a:t>
            </a:r>
            <a:r>
              <a:rPr lang="en-US" dirty="0"/>
              <a:t> build issues moving it up the pipeline.</a:t>
            </a:r>
          </a:p>
        </p:txBody>
      </p:sp>
      <p:sp>
        <p:nvSpPr>
          <p:cNvPr id="4" name="Slide Number Placeholder 3"/>
          <p:cNvSpPr>
            <a:spLocks noGrp="1"/>
          </p:cNvSpPr>
          <p:nvPr>
            <p:ph type="sldNum" sz="quarter" idx="5"/>
          </p:nvPr>
        </p:nvSpPr>
        <p:spPr/>
        <p:txBody>
          <a:bodyPr/>
          <a:lstStyle/>
          <a:p>
            <a:fld id="{A8A67B4B-6927-4479-BAB6-7BD30284BD2B}" type="slidenum">
              <a:rPr lang="en-CA" smtClean="0"/>
              <a:t>7</a:t>
            </a:fld>
            <a:endParaRPr lang="en-CA" dirty="0"/>
          </a:p>
        </p:txBody>
      </p:sp>
    </p:spTree>
    <p:extLst>
      <p:ext uri="{BB962C8B-B14F-4D97-AF65-F5344CB8AC3E}">
        <p14:creationId xmlns:p14="http://schemas.microsoft.com/office/powerpoint/2010/main" val="1755744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hlinkClick r:id="rId3"/>
              </a:rPr>
              <a:t>https://dev.to/this-is-angular/the-importance-of-upgrading-frameworks-a-case-for-angular-5c91</a:t>
            </a: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hlinkClick r:id="rId4"/>
              </a:rPr>
              <a:t>https://blog.angular.dev/introducing-angular-v17-4d7033312e4b</a:t>
            </a:r>
            <a:endParaRPr lang="en-US" dirty="0"/>
          </a:p>
          <a:p>
            <a:endParaRPr lang="en-US" dirty="0"/>
          </a:p>
        </p:txBody>
      </p:sp>
      <p:sp>
        <p:nvSpPr>
          <p:cNvPr id="4" name="Slide Number Placeholder 3"/>
          <p:cNvSpPr>
            <a:spLocks noGrp="1"/>
          </p:cNvSpPr>
          <p:nvPr>
            <p:ph type="sldNum" sz="quarter" idx="5"/>
          </p:nvPr>
        </p:nvSpPr>
        <p:spPr/>
        <p:txBody>
          <a:bodyPr/>
          <a:lstStyle/>
          <a:p>
            <a:fld id="{A8A67B4B-6927-4479-BAB6-7BD30284BD2B}" type="slidenum">
              <a:rPr lang="en-CA" smtClean="0"/>
              <a:t>8</a:t>
            </a:fld>
            <a:endParaRPr lang="en-CA" dirty="0"/>
          </a:p>
        </p:txBody>
      </p:sp>
    </p:spTree>
    <p:extLst>
      <p:ext uri="{BB962C8B-B14F-4D97-AF65-F5344CB8AC3E}">
        <p14:creationId xmlns:p14="http://schemas.microsoft.com/office/powerpoint/2010/main" val="2842839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1">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68A9B61C-7922-477A-9898-94F3BA2D8CBB}"/>
              </a:ext>
            </a:extLst>
          </p:cNvPr>
          <p:cNvPicPr>
            <a:picLocks/>
          </p:cNvPicPr>
          <p:nvPr userDrawn="1"/>
        </p:nvPicPr>
        <p:blipFill>
          <a:blip r:embed="rId2"/>
          <a:stretch>
            <a:fillRect/>
          </a:stretch>
        </p:blipFill>
        <p:spPr>
          <a:xfrm>
            <a:off x="-18288" y="0"/>
            <a:ext cx="12243816" cy="6912864"/>
          </a:xfrm>
          <a:prstGeom prst="rect">
            <a:avLst/>
          </a:prstGeom>
        </p:spPr>
      </p:pic>
      <p:pic>
        <p:nvPicPr>
          <p:cNvPr id="12" name="Picture 11">
            <a:extLst>
              <a:ext uri="{FF2B5EF4-FFF2-40B4-BE49-F238E27FC236}">
                <a16:creationId xmlns:a16="http://schemas.microsoft.com/office/drawing/2014/main" id="{1D2515B1-09C0-4CB7-BDBF-77B6E70A19BC}"/>
              </a:ext>
            </a:extLst>
          </p:cNvPr>
          <p:cNvPicPr>
            <a:picLocks noChangeAspect="1"/>
          </p:cNvPicPr>
          <p:nvPr userDrawn="1"/>
        </p:nvPicPr>
        <p:blipFill>
          <a:blip r:embed="rId3"/>
          <a:stretch>
            <a:fillRect/>
          </a:stretch>
        </p:blipFill>
        <p:spPr>
          <a:xfrm>
            <a:off x="11283696" y="5797296"/>
            <a:ext cx="728379" cy="789839"/>
          </a:xfrm>
          <a:prstGeom prst="rect">
            <a:avLst/>
          </a:prstGeom>
        </p:spPr>
      </p:pic>
      <p:sp>
        <p:nvSpPr>
          <p:cNvPr id="4" name="Date Placeholder 3">
            <a:extLst>
              <a:ext uri="{FF2B5EF4-FFF2-40B4-BE49-F238E27FC236}">
                <a16:creationId xmlns:a16="http://schemas.microsoft.com/office/drawing/2014/main" id="{6C6A5474-121E-451F-8F0B-03523EA414EC}"/>
              </a:ext>
            </a:extLst>
          </p:cNvPr>
          <p:cNvSpPr>
            <a:spLocks noGrp="1"/>
          </p:cNvSpPr>
          <p:nvPr>
            <p:ph type="dt" sz="half" idx="10"/>
          </p:nvPr>
        </p:nvSpPr>
        <p:spPr>
          <a:xfrm>
            <a:off x="448056" y="6409944"/>
            <a:ext cx="3657600" cy="182880"/>
          </a:xfrm>
          <a:prstGeom prst="rect">
            <a:avLst/>
          </a:prstGeom>
        </p:spPr>
        <p:txBody>
          <a:bodyPr lIns="0" tIns="0" rIns="0" bIns="0"/>
          <a:lstStyle>
            <a:lvl1pPr>
              <a:defRPr sz="1200">
                <a:solidFill>
                  <a:schemeClr val="tx1"/>
                </a:solidFill>
              </a:defRPr>
            </a:lvl1pPr>
          </a:lstStyle>
          <a:p>
            <a:fld id="{BA3C95CC-CD7F-EF41-9083-A720D579D4EB}" type="datetime4">
              <a:rPr lang="en-US" smtClean="0">
                <a:solidFill>
                  <a:srgbClr val="000000"/>
                </a:solidFill>
              </a:rPr>
              <a:pPr/>
              <a:t>August 26, 2025</a:t>
            </a:fld>
            <a:endParaRPr lang="en-CA" dirty="0">
              <a:solidFill>
                <a:srgbClr val="000000"/>
              </a:solidFill>
            </a:endParaRPr>
          </a:p>
        </p:txBody>
      </p:sp>
      <p:sp>
        <p:nvSpPr>
          <p:cNvPr id="13" name="Text Placeholder 12">
            <a:extLst>
              <a:ext uri="{FF2B5EF4-FFF2-40B4-BE49-F238E27FC236}">
                <a16:creationId xmlns:a16="http://schemas.microsoft.com/office/drawing/2014/main" id="{3A43A11F-E99C-49FB-8576-8507FC873D1B}"/>
              </a:ext>
            </a:extLst>
          </p:cNvPr>
          <p:cNvSpPr>
            <a:spLocks noGrp="1"/>
          </p:cNvSpPr>
          <p:nvPr>
            <p:ph type="body" sz="quarter" idx="14" hasCustomPrompt="1"/>
          </p:nvPr>
        </p:nvSpPr>
        <p:spPr>
          <a:xfrm>
            <a:off x="441242" y="6153912"/>
            <a:ext cx="5654675" cy="255587"/>
          </a:xfrm>
        </p:spPr>
        <p:txBody>
          <a:bodyPr>
            <a:normAutofit/>
          </a:bodyPr>
          <a:lstStyle>
            <a:lvl1pPr>
              <a:defRPr sz="1500" b="0">
                <a:solidFill>
                  <a:schemeClr val="tx1"/>
                </a:solidFill>
              </a:defRPr>
            </a:lvl1pPr>
          </a:lstStyle>
          <a:p>
            <a:pPr lvl="0"/>
            <a:r>
              <a:rPr lang="en-CA" noProof="0" dirty="0"/>
              <a:t>Presenter Name</a:t>
            </a:r>
          </a:p>
        </p:txBody>
      </p:sp>
      <p:sp>
        <p:nvSpPr>
          <p:cNvPr id="3" name="Subtitle 2">
            <a:extLst>
              <a:ext uri="{FF2B5EF4-FFF2-40B4-BE49-F238E27FC236}">
                <a16:creationId xmlns:a16="http://schemas.microsoft.com/office/drawing/2014/main" id="{52D4339A-75B0-40F3-B53E-EA57D3E1B46C}"/>
              </a:ext>
            </a:extLst>
          </p:cNvPr>
          <p:cNvSpPr>
            <a:spLocks noGrp="1"/>
          </p:cNvSpPr>
          <p:nvPr>
            <p:ph type="subTitle" idx="1"/>
          </p:nvPr>
        </p:nvSpPr>
        <p:spPr>
          <a:xfrm>
            <a:off x="441242" y="2658693"/>
            <a:ext cx="7438734" cy="770307"/>
          </a:xfrm>
        </p:spPr>
        <p:txBody>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Click to edit Master subtitle style</a:t>
            </a:r>
            <a:endParaRPr lang="en-CA" noProof="0" dirty="0"/>
          </a:p>
        </p:txBody>
      </p:sp>
      <p:sp>
        <p:nvSpPr>
          <p:cNvPr id="2" name="Title 1">
            <a:extLst>
              <a:ext uri="{FF2B5EF4-FFF2-40B4-BE49-F238E27FC236}">
                <a16:creationId xmlns:a16="http://schemas.microsoft.com/office/drawing/2014/main" id="{885D8042-2A28-4C49-8368-0CD7FDB3F173}"/>
              </a:ext>
            </a:extLst>
          </p:cNvPr>
          <p:cNvSpPr>
            <a:spLocks noGrp="1"/>
          </p:cNvSpPr>
          <p:nvPr>
            <p:ph type="ctrTitle"/>
          </p:nvPr>
        </p:nvSpPr>
        <p:spPr>
          <a:xfrm>
            <a:off x="441242" y="1070457"/>
            <a:ext cx="10455357" cy="1081072"/>
          </a:xfrm>
        </p:spPr>
        <p:txBody>
          <a:bodyPr anchor="t" anchorCtr="0">
            <a:normAutofit/>
          </a:bodyPr>
          <a:lstStyle>
            <a:lvl1pPr algn="l">
              <a:defRPr sz="3800">
                <a:solidFill>
                  <a:schemeClr val="tx2"/>
                </a:solidFill>
              </a:defRPr>
            </a:lvl1pPr>
          </a:lstStyle>
          <a:p>
            <a:r>
              <a:rPr lang="en-US" noProof="0" dirty="0"/>
              <a:t>Click to edit Master title style</a:t>
            </a:r>
            <a:endParaRPr lang="en-CA" noProof="0" dirty="0"/>
          </a:p>
        </p:txBody>
      </p:sp>
      <p:pic>
        <p:nvPicPr>
          <p:cNvPr id="10" name="Picture 9"/>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27707" y="416404"/>
            <a:ext cx="3129934" cy="228479"/>
          </a:xfrm>
          <a:prstGeom prst="rect">
            <a:avLst/>
          </a:prstGeom>
        </p:spPr>
      </p:pic>
      <p:sp>
        <p:nvSpPr>
          <p:cNvPr id="14" name="Date Placeholder 2">
            <a:extLst>
              <a:ext uri="{FF2B5EF4-FFF2-40B4-BE49-F238E27FC236}">
                <a16:creationId xmlns:a16="http://schemas.microsoft.com/office/drawing/2014/main" id="{05AF1435-DAFD-43AB-98A5-C92AA7D5CB02}"/>
              </a:ext>
            </a:extLst>
          </p:cNvPr>
          <p:cNvSpPr txBox="1">
            <a:spLocks/>
          </p:cNvSpPr>
          <p:nvPr userDrawn="1"/>
        </p:nvSpPr>
        <p:spPr>
          <a:xfrm>
            <a:off x="7956275" y="6404293"/>
            <a:ext cx="2940325" cy="194578"/>
          </a:xfrm>
          <a:prstGeom prst="rect">
            <a:avLst/>
          </a:prstGeom>
        </p:spPr>
        <p:txBody>
          <a:bodyPr vert="horz" lIns="0" tIns="0" rIns="0" bIns="0" rtlCol="0" anchor="ctr"/>
          <a:lstStyle>
            <a:defPPr>
              <a:defRPr lang="en-CA"/>
            </a:defPPr>
            <a:lvl1pPr marL="0" algn="l" defTabSz="914400" rtl="0" eaLnBrk="1" latinLnBrk="0" hangingPunct="1">
              <a:defRPr sz="1000" kern="1200">
                <a:solidFill>
                  <a:schemeClr val="bg1"/>
                </a:solidFill>
                <a:effectLst>
                  <a:outerShdw blurRad="38100" dist="38100" dir="2700000" algn="tl">
                    <a:srgbClr val="000000">
                      <a:alpha val="43137"/>
                    </a:srgbClr>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CA" i="1" dirty="0">
                <a:solidFill>
                  <a:srgbClr val="000000"/>
                </a:solidFill>
                <a:effectLst/>
              </a:rPr>
              <a:t>For internal use only</a:t>
            </a:r>
          </a:p>
        </p:txBody>
      </p:sp>
    </p:spTree>
    <p:extLst>
      <p:ext uri="{BB962C8B-B14F-4D97-AF65-F5344CB8AC3E}">
        <p14:creationId xmlns:p14="http://schemas.microsoft.com/office/powerpoint/2010/main" val="1330632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pic>
        <p:nvPicPr>
          <p:cNvPr id="11" name="Picture Placeholder 4">
            <a:extLst>
              <a:ext uri="{FF2B5EF4-FFF2-40B4-BE49-F238E27FC236}">
                <a16:creationId xmlns:a16="http://schemas.microsoft.com/office/drawing/2014/main" id="{465A853B-AD60-46E6-B5F6-ECB8473EF81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a:ext>
            </a:extLst>
          </a:blip>
          <a:srcRect/>
          <a:stretch/>
        </p:blipFill>
        <p:spPr>
          <a:xfrm>
            <a:off x="0" y="0"/>
            <a:ext cx="12198365" cy="6867144"/>
          </a:xfrm>
          <a:prstGeom prst="rect">
            <a:avLst/>
          </a:prstGeom>
        </p:spPr>
      </p:pic>
      <p:pic>
        <p:nvPicPr>
          <p:cNvPr id="15" name="Picture 14">
            <a:extLst>
              <a:ext uri="{FF2B5EF4-FFF2-40B4-BE49-F238E27FC236}">
                <a16:creationId xmlns:a16="http://schemas.microsoft.com/office/drawing/2014/main" id="{68A9B61C-7922-477A-9898-94F3BA2D8CBB}"/>
              </a:ext>
            </a:extLst>
          </p:cNvPr>
          <p:cNvPicPr>
            <a:picLocks/>
          </p:cNvPicPr>
          <p:nvPr userDrawn="1"/>
        </p:nvPicPr>
        <p:blipFill>
          <a:blip r:embed="rId4"/>
          <a:stretch>
            <a:fillRect/>
          </a:stretch>
        </p:blipFill>
        <p:spPr>
          <a:xfrm>
            <a:off x="567" y="0"/>
            <a:ext cx="12243816" cy="6912864"/>
          </a:xfrm>
          <a:prstGeom prst="rect">
            <a:avLst/>
          </a:prstGeom>
        </p:spPr>
      </p:pic>
      <p:pic>
        <p:nvPicPr>
          <p:cNvPr id="12" name="Picture 11">
            <a:extLst>
              <a:ext uri="{FF2B5EF4-FFF2-40B4-BE49-F238E27FC236}">
                <a16:creationId xmlns:a16="http://schemas.microsoft.com/office/drawing/2014/main" id="{1D2515B1-09C0-4CB7-BDBF-77B6E70A19BC}"/>
              </a:ext>
            </a:extLst>
          </p:cNvPr>
          <p:cNvPicPr>
            <a:picLocks noChangeAspect="1"/>
          </p:cNvPicPr>
          <p:nvPr userDrawn="1"/>
        </p:nvPicPr>
        <p:blipFill>
          <a:blip r:embed="rId5"/>
          <a:stretch>
            <a:fillRect/>
          </a:stretch>
        </p:blipFill>
        <p:spPr>
          <a:xfrm>
            <a:off x="11283696" y="5797296"/>
            <a:ext cx="728379" cy="789839"/>
          </a:xfrm>
          <a:prstGeom prst="rect">
            <a:avLst/>
          </a:prstGeom>
        </p:spPr>
      </p:pic>
      <p:sp>
        <p:nvSpPr>
          <p:cNvPr id="3" name="Subtitle 2">
            <a:extLst>
              <a:ext uri="{FF2B5EF4-FFF2-40B4-BE49-F238E27FC236}">
                <a16:creationId xmlns:a16="http://schemas.microsoft.com/office/drawing/2014/main" id="{52D4339A-75B0-40F3-B53E-EA57D3E1B46C}"/>
              </a:ext>
            </a:extLst>
          </p:cNvPr>
          <p:cNvSpPr>
            <a:spLocks noGrp="1"/>
          </p:cNvSpPr>
          <p:nvPr>
            <p:ph type="subTitle" idx="1"/>
          </p:nvPr>
        </p:nvSpPr>
        <p:spPr>
          <a:xfrm>
            <a:off x="441242" y="2232383"/>
            <a:ext cx="7438734" cy="770307"/>
          </a:xfrm>
        </p:spPr>
        <p:txBody>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Click to edit Master subtitle style</a:t>
            </a:r>
            <a:endParaRPr lang="en-CA" noProof="0" dirty="0"/>
          </a:p>
        </p:txBody>
      </p:sp>
      <p:sp>
        <p:nvSpPr>
          <p:cNvPr id="2" name="Title 1">
            <a:extLst>
              <a:ext uri="{FF2B5EF4-FFF2-40B4-BE49-F238E27FC236}">
                <a16:creationId xmlns:a16="http://schemas.microsoft.com/office/drawing/2014/main" id="{885D8042-2A28-4C49-8368-0CD7FDB3F173}"/>
              </a:ext>
            </a:extLst>
          </p:cNvPr>
          <p:cNvSpPr>
            <a:spLocks noGrp="1"/>
          </p:cNvSpPr>
          <p:nvPr>
            <p:ph type="ctrTitle"/>
          </p:nvPr>
        </p:nvSpPr>
        <p:spPr>
          <a:xfrm>
            <a:off x="441242" y="1070457"/>
            <a:ext cx="10455357" cy="1081072"/>
          </a:xfrm>
        </p:spPr>
        <p:txBody>
          <a:bodyPr anchor="t" anchorCtr="0">
            <a:normAutofit/>
          </a:bodyPr>
          <a:lstStyle>
            <a:lvl1pPr algn="l">
              <a:defRPr sz="3800">
                <a:solidFill>
                  <a:schemeClr val="tx2"/>
                </a:solidFill>
              </a:defRPr>
            </a:lvl1pPr>
          </a:lstStyle>
          <a:p>
            <a:r>
              <a:rPr lang="en-US" noProof="0" dirty="0"/>
              <a:t>Click to edit Master title style</a:t>
            </a:r>
            <a:endParaRPr lang="en-CA" noProof="0" dirty="0"/>
          </a:p>
        </p:txBody>
      </p:sp>
      <p:pic>
        <p:nvPicPr>
          <p:cNvPr id="10" name="Picture 9"/>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27707" y="416404"/>
            <a:ext cx="3129934" cy="228479"/>
          </a:xfrm>
          <a:prstGeom prst="rect">
            <a:avLst/>
          </a:prstGeom>
        </p:spPr>
      </p:pic>
      <p:sp>
        <p:nvSpPr>
          <p:cNvPr id="14" name="Date Placeholder 2">
            <a:extLst>
              <a:ext uri="{FF2B5EF4-FFF2-40B4-BE49-F238E27FC236}">
                <a16:creationId xmlns:a16="http://schemas.microsoft.com/office/drawing/2014/main" id="{05AF1435-DAFD-43AB-98A5-C92AA7D5CB02}"/>
              </a:ext>
            </a:extLst>
          </p:cNvPr>
          <p:cNvSpPr txBox="1">
            <a:spLocks/>
          </p:cNvSpPr>
          <p:nvPr userDrawn="1"/>
        </p:nvSpPr>
        <p:spPr>
          <a:xfrm>
            <a:off x="7956275" y="6404293"/>
            <a:ext cx="2940325" cy="194578"/>
          </a:xfrm>
          <a:prstGeom prst="rect">
            <a:avLst/>
          </a:prstGeom>
        </p:spPr>
        <p:txBody>
          <a:bodyPr vert="horz" lIns="0" tIns="0" rIns="0" bIns="0" rtlCol="0" anchor="ctr"/>
          <a:lstStyle>
            <a:defPPr>
              <a:defRPr lang="en-CA"/>
            </a:defPPr>
            <a:lvl1pPr marL="0" algn="l" defTabSz="914400" rtl="0" eaLnBrk="1" latinLnBrk="0" hangingPunct="1">
              <a:defRPr sz="1000" kern="1200">
                <a:solidFill>
                  <a:schemeClr val="bg1"/>
                </a:solidFill>
                <a:effectLst>
                  <a:outerShdw blurRad="38100" dist="38100" dir="2700000" algn="tl">
                    <a:srgbClr val="000000">
                      <a:alpha val="43137"/>
                    </a:srgbClr>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CA" i="1" dirty="0">
                <a:solidFill>
                  <a:srgbClr val="000000"/>
                </a:solidFill>
                <a:effectLst/>
              </a:rPr>
              <a:t>For internal use only</a:t>
            </a:r>
          </a:p>
        </p:txBody>
      </p:sp>
      <p:sp>
        <p:nvSpPr>
          <p:cNvPr id="17" name="Text Placeholder 12">
            <a:extLst>
              <a:ext uri="{FF2B5EF4-FFF2-40B4-BE49-F238E27FC236}">
                <a16:creationId xmlns:a16="http://schemas.microsoft.com/office/drawing/2014/main" id="{3A43A11F-E99C-49FB-8576-8507FC873D1B}"/>
              </a:ext>
            </a:extLst>
          </p:cNvPr>
          <p:cNvSpPr>
            <a:spLocks noGrp="1"/>
          </p:cNvSpPr>
          <p:nvPr>
            <p:ph type="body" sz="quarter" idx="14" hasCustomPrompt="1"/>
          </p:nvPr>
        </p:nvSpPr>
        <p:spPr>
          <a:xfrm>
            <a:off x="441242" y="6153912"/>
            <a:ext cx="5654675" cy="255587"/>
          </a:xfrm>
        </p:spPr>
        <p:txBody>
          <a:bodyPr>
            <a:normAutofit/>
          </a:bodyPr>
          <a:lstStyle>
            <a:lvl1pPr>
              <a:defRPr sz="1500" b="0">
                <a:solidFill>
                  <a:schemeClr val="tx1"/>
                </a:solidFill>
              </a:defRPr>
            </a:lvl1pPr>
          </a:lstStyle>
          <a:p>
            <a:pPr lvl="0"/>
            <a:r>
              <a:rPr lang="en-CA" noProof="0" dirty="0"/>
              <a:t>Presenter Name</a:t>
            </a:r>
          </a:p>
        </p:txBody>
      </p:sp>
      <p:sp>
        <p:nvSpPr>
          <p:cNvPr id="13" name="Date Placeholder 3">
            <a:extLst>
              <a:ext uri="{FF2B5EF4-FFF2-40B4-BE49-F238E27FC236}">
                <a16:creationId xmlns:a16="http://schemas.microsoft.com/office/drawing/2014/main" id="{6C6A5474-121E-451F-8F0B-03523EA414EC}"/>
              </a:ext>
            </a:extLst>
          </p:cNvPr>
          <p:cNvSpPr>
            <a:spLocks noGrp="1"/>
          </p:cNvSpPr>
          <p:nvPr>
            <p:ph type="dt" sz="half" idx="10"/>
          </p:nvPr>
        </p:nvSpPr>
        <p:spPr>
          <a:xfrm>
            <a:off x="448056" y="6409944"/>
            <a:ext cx="3657600" cy="182880"/>
          </a:xfrm>
          <a:prstGeom prst="rect">
            <a:avLst/>
          </a:prstGeom>
        </p:spPr>
        <p:txBody>
          <a:bodyPr lIns="0" tIns="0" rIns="0" bIns="0"/>
          <a:lstStyle>
            <a:lvl1pPr>
              <a:defRPr sz="1200">
                <a:solidFill>
                  <a:schemeClr val="tx1"/>
                </a:solidFill>
              </a:defRPr>
            </a:lvl1pPr>
          </a:lstStyle>
          <a:p>
            <a:fld id="{BA3C95CC-CD7F-EF41-9083-A720D579D4EB}" type="datetime4">
              <a:rPr lang="en-US" smtClean="0">
                <a:solidFill>
                  <a:srgbClr val="000000"/>
                </a:solidFill>
              </a:rPr>
              <a:pPr/>
              <a:t>August 26, 2025</a:t>
            </a:fld>
            <a:endParaRPr lang="en-CA" dirty="0">
              <a:solidFill>
                <a:srgbClr val="000000"/>
              </a:solidFill>
            </a:endParaRPr>
          </a:p>
        </p:txBody>
      </p:sp>
    </p:spTree>
    <p:extLst>
      <p:ext uri="{BB962C8B-B14F-4D97-AF65-F5344CB8AC3E}">
        <p14:creationId xmlns:p14="http://schemas.microsoft.com/office/powerpoint/2010/main" val="3670374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Slide 3">
    <p:bg>
      <p:bgPr>
        <a:solidFill>
          <a:schemeClr val="accent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C0DA4B8-D4E3-4BD8-8379-3D512CE2A79F}"/>
              </a:ext>
            </a:extLst>
          </p:cNvPr>
          <p:cNvPicPr>
            <a:picLocks noChangeAspect="1"/>
          </p:cNvPicPr>
          <p:nvPr userDrawn="1"/>
        </p:nvPicPr>
        <p:blipFill>
          <a:blip r:embed="rId2"/>
          <a:stretch>
            <a:fillRect/>
          </a:stretch>
        </p:blipFill>
        <p:spPr>
          <a:xfrm>
            <a:off x="11265408" y="5779007"/>
            <a:ext cx="759337" cy="850392"/>
          </a:xfrm>
          <a:prstGeom prst="rect">
            <a:avLst/>
          </a:prstGeom>
        </p:spPr>
      </p:pic>
      <p:sp>
        <p:nvSpPr>
          <p:cNvPr id="13" name="Text Placeholder 12">
            <a:extLst>
              <a:ext uri="{FF2B5EF4-FFF2-40B4-BE49-F238E27FC236}">
                <a16:creationId xmlns:a16="http://schemas.microsoft.com/office/drawing/2014/main" id="{3A43A11F-E99C-49FB-8576-8507FC873D1B}"/>
              </a:ext>
            </a:extLst>
          </p:cNvPr>
          <p:cNvSpPr>
            <a:spLocks noGrp="1"/>
          </p:cNvSpPr>
          <p:nvPr>
            <p:ph type="body" sz="quarter" idx="14" hasCustomPrompt="1"/>
          </p:nvPr>
        </p:nvSpPr>
        <p:spPr>
          <a:xfrm>
            <a:off x="441325" y="6153912"/>
            <a:ext cx="5654675" cy="255587"/>
          </a:xfrm>
        </p:spPr>
        <p:txBody>
          <a:bodyPr>
            <a:normAutofit/>
          </a:bodyPr>
          <a:lstStyle>
            <a:lvl1pPr>
              <a:defRPr sz="1500" b="1">
                <a:solidFill>
                  <a:schemeClr val="bg1"/>
                </a:solidFill>
              </a:defRPr>
            </a:lvl1pPr>
          </a:lstStyle>
          <a:p>
            <a:pPr lvl="0"/>
            <a:r>
              <a:rPr lang="en-CA" dirty="0"/>
              <a:t>Presenter Name</a:t>
            </a:r>
          </a:p>
        </p:txBody>
      </p:sp>
      <p:sp>
        <p:nvSpPr>
          <p:cNvPr id="3" name="Subtitle 2">
            <a:extLst>
              <a:ext uri="{FF2B5EF4-FFF2-40B4-BE49-F238E27FC236}">
                <a16:creationId xmlns:a16="http://schemas.microsoft.com/office/drawing/2014/main" id="{52D4339A-75B0-40F3-B53E-EA57D3E1B46C}"/>
              </a:ext>
            </a:extLst>
          </p:cNvPr>
          <p:cNvSpPr>
            <a:spLocks noGrp="1"/>
          </p:cNvSpPr>
          <p:nvPr>
            <p:ph type="subTitle" idx="1"/>
          </p:nvPr>
        </p:nvSpPr>
        <p:spPr>
          <a:xfrm>
            <a:off x="441242" y="2658693"/>
            <a:ext cx="7438734" cy="770307"/>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dirty="0"/>
          </a:p>
        </p:txBody>
      </p:sp>
      <p:sp>
        <p:nvSpPr>
          <p:cNvPr id="2" name="Title 1">
            <a:extLst>
              <a:ext uri="{FF2B5EF4-FFF2-40B4-BE49-F238E27FC236}">
                <a16:creationId xmlns:a16="http://schemas.microsoft.com/office/drawing/2014/main" id="{885D8042-2A28-4C49-8368-0CD7FDB3F173}"/>
              </a:ext>
            </a:extLst>
          </p:cNvPr>
          <p:cNvSpPr>
            <a:spLocks noGrp="1"/>
          </p:cNvSpPr>
          <p:nvPr>
            <p:ph type="ctrTitle"/>
          </p:nvPr>
        </p:nvSpPr>
        <p:spPr>
          <a:xfrm>
            <a:off x="441242" y="1070457"/>
            <a:ext cx="10455357" cy="1081072"/>
          </a:xfrm>
        </p:spPr>
        <p:txBody>
          <a:bodyPr anchor="t" anchorCtr="0">
            <a:normAutofit/>
          </a:bodyPr>
          <a:lstStyle>
            <a:lvl1pPr algn="l">
              <a:defRPr sz="3800">
                <a:solidFill>
                  <a:schemeClr val="bg1"/>
                </a:solidFill>
              </a:defRPr>
            </a:lvl1pPr>
          </a:lstStyle>
          <a:p>
            <a:r>
              <a:rPr lang="en-US"/>
              <a:t>Click to edit Master title style</a:t>
            </a:r>
            <a:endParaRPr lang="en-CA" dirty="0"/>
          </a:p>
        </p:txBody>
      </p:sp>
      <p:pic>
        <p:nvPicPr>
          <p:cNvPr id="16" name="Picture 15"/>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7707" y="416404"/>
            <a:ext cx="3129933" cy="228479"/>
          </a:xfrm>
          <a:prstGeom prst="rect">
            <a:avLst/>
          </a:prstGeom>
        </p:spPr>
      </p:pic>
      <p:pic>
        <p:nvPicPr>
          <p:cNvPr id="22" name="Picture 21"/>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27432" y="-198884"/>
            <a:ext cx="12346857" cy="5977891"/>
          </a:xfrm>
          <a:prstGeom prst="rect">
            <a:avLst/>
          </a:prstGeom>
        </p:spPr>
      </p:pic>
      <p:sp>
        <p:nvSpPr>
          <p:cNvPr id="23" name="Date Placeholder 2">
            <a:extLst>
              <a:ext uri="{FF2B5EF4-FFF2-40B4-BE49-F238E27FC236}">
                <a16:creationId xmlns:a16="http://schemas.microsoft.com/office/drawing/2014/main" id="{05AF1435-DAFD-43AB-98A5-C92AA7D5CB02}"/>
              </a:ext>
            </a:extLst>
          </p:cNvPr>
          <p:cNvSpPr txBox="1">
            <a:spLocks/>
          </p:cNvSpPr>
          <p:nvPr userDrawn="1"/>
        </p:nvSpPr>
        <p:spPr>
          <a:xfrm>
            <a:off x="7956275" y="6404293"/>
            <a:ext cx="2940325" cy="194578"/>
          </a:xfrm>
          <a:prstGeom prst="rect">
            <a:avLst/>
          </a:prstGeom>
        </p:spPr>
        <p:txBody>
          <a:bodyPr vert="horz" lIns="0" tIns="0" rIns="0" bIns="0" rtlCol="0" anchor="ctr"/>
          <a:lstStyle>
            <a:defPPr>
              <a:defRPr lang="en-CA"/>
            </a:defPPr>
            <a:lvl1pPr marL="0" algn="l" defTabSz="914400" rtl="0" eaLnBrk="1" latinLnBrk="0" hangingPunct="1">
              <a:defRPr sz="1000" kern="1200">
                <a:solidFill>
                  <a:schemeClr val="bg1"/>
                </a:solidFill>
                <a:effectLst>
                  <a:outerShdw blurRad="38100" dist="38100" dir="2700000" algn="tl">
                    <a:srgbClr val="000000">
                      <a:alpha val="43137"/>
                    </a:srgbClr>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CA" i="1" dirty="0">
                <a:solidFill>
                  <a:srgbClr val="FFFFFF"/>
                </a:solidFill>
                <a:effectLst/>
              </a:rPr>
              <a:t>For internal use only</a:t>
            </a:r>
          </a:p>
        </p:txBody>
      </p:sp>
      <p:sp>
        <p:nvSpPr>
          <p:cNvPr id="10" name="Date Placeholder 3">
            <a:extLst>
              <a:ext uri="{FF2B5EF4-FFF2-40B4-BE49-F238E27FC236}">
                <a16:creationId xmlns:a16="http://schemas.microsoft.com/office/drawing/2014/main" id="{6C6A5474-121E-451F-8F0B-03523EA414EC}"/>
              </a:ext>
            </a:extLst>
          </p:cNvPr>
          <p:cNvSpPr>
            <a:spLocks noGrp="1"/>
          </p:cNvSpPr>
          <p:nvPr>
            <p:ph type="dt" sz="half" idx="10"/>
          </p:nvPr>
        </p:nvSpPr>
        <p:spPr>
          <a:xfrm>
            <a:off x="448056" y="6409944"/>
            <a:ext cx="3657600" cy="182880"/>
          </a:xfrm>
          <a:prstGeom prst="rect">
            <a:avLst/>
          </a:prstGeom>
        </p:spPr>
        <p:txBody>
          <a:bodyPr lIns="0" tIns="0" rIns="0" bIns="0"/>
          <a:lstStyle>
            <a:lvl1pPr>
              <a:defRPr sz="1200">
                <a:solidFill>
                  <a:schemeClr val="bg1"/>
                </a:solidFill>
              </a:defRPr>
            </a:lvl1pPr>
          </a:lstStyle>
          <a:p>
            <a:fld id="{BA3C95CC-CD7F-EF41-9083-A720D579D4EB}" type="datetime4">
              <a:rPr lang="en-US" smtClean="0">
                <a:solidFill>
                  <a:srgbClr val="FFFFFF"/>
                </a:solidFill>
              </a:rPr>
              <a:pPr/>
              <a:t>August 26, 2025</a:t>
            </a:fld>
            <a:endParaRPr lang="en-CA" dirty="0">
              <a:solidFill>
                <a:srgbClr val="FFFFFF"/>
              </a:solidFill>
            </a:endParaRPr>
          </a:p>
        </p:txBody>
      </p:sp>
    </p:spTree>
    <p:extLst>
      <p:ext uri="{BB962C8B-B14F-4D97-AF65-F5344CB8AC3E}">
        <p14:creationId xmlns:p14="http://schemas.microsoft.com/office/powerpoint/2010/main" val="1269708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Slide 4">
    <p:bg>
      <p:bgPr>
        <a:solidFill>
          <a:schemeClr val="bg1"/>
        </a:solidFill>
        <a:effectLst/>
      </p:bgPr>
    </p:bg>
    <p:spTree>
      <p:nvGrpSpPr>
        <p:cNvPr id="1" name=""/>
        <p:cNvGrpSpPr/>
        <p:nvPr/>
      </p:nvGrpSpPr>
      <p:grpSpPr>
        <a:xfrm>
          <a:off x="0" y="0"/>
          <a:ext cx="0" cy="0"/>
          <a:chOff x="0" y="0"/>
          <a:chExt cx="0" cy="0"/>
        </a:xfrm>
      </p:grpSpPr>
      <p:pic>
        <p:nvPicPr>
          <p:cNvPr id="11" name="Picture Placeholder 4">
            <a:extLst>
              <a:ext uri="{FF2B5EF4-FFF2-40B4-BE49-F238E27FC236}">
                <a16:creationId xmlns:a16="http://schemas.microsoft.com/office/drawing/2014/main" id="{465A853B-AD60-46E6-B5F6-ECB8473EF81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27432" y="0"/>
            <a:ext cx="12250858" cy="6876288"/>
          </a:xfrm>
          <a:prstGeom prst="rect">
            <a:avLst/>
          </a:prstGeom>
        </p:spPr>
      </p:pic>
      <p:pic>
        <p:nvPicPr>
          <p:cNvPr id="14" name="Picture 13">
            <a:extLst>
              <a:ext uri="{FF2B5EF4-FFF2-40B4-BE49-F238E27FC236}">
                <a16:creationId xmlns:a16="http://schemas.microsoft.com/office/drawing/2014/main" id="{6C0DA4B8-D4E3-4BD8-8379-3D512CE2A79F}"/>
              </a:ext>
            </a:extLst>
          </p:cNvPr>
          <p:cNvPicPr>
            <a:picLocks noChangeAspect="1"/>
          </p:cNvPicPr>
          <p:nvPr userDrawn="1"/>
        </p:nvPicPr>
        <p:blipFill>
          <a:blip r:embed="rId3"/>
          <a:stretch>
            <a:fillRect/>
          </a:stretch>
        </p:blipFill>
        <p:spPr>
          <a:xfrm>
            <a:off x="11265408" y="5779007"/>
            <a:ext cx="759337" cy="850392"/>
          </a:xfrm>
          <a:prstGeom prst="rect">
            <a:avLst/>
          </a:prstGeom>
        </p:spPr>
      </p:pic>
      <p:sp>
        <p:nvSpPr>
          <p:cNvPr id="13" name="Text Placeholder 12">
            <a:extLst>
              <a:ext uri="{FF2B5EF4-FFF2-40B4-BE49-F238E27FC236}">
                <a16:creationId xmlns:a16="http://schemas.microsoft.com/office/drawing/2014/main" id="{3A43A11F-E99C-49FB-8576-8507FC873D1B}"/>
              </a:ext>
            </a:extLst>
          </p:cNvPr>
          <p:cNvSpPr>
            <a:spLocks noGrp="1"/>
          </p:cNvSpPr>
          <p:nvPr>
            <p:ph type="body" sz="quarter" idx="14" hasCustomPrompt="1"/>
          </p:nvPr>
        </p:nvSpPr>
        <p:spPr>
          <a:xfrm>
            <a:off x="441325" y="6153912"/>
            <a:ext cx="5654675" cy="255587"/>
          </a:xfrm>
        </p:spPr>
        <p:txBody>
          <a:bodyPr>
            <a:normAutofit/>
          </a:bodyPr>
          <a:lstStyle>
            <a:lvl1pPr>
              <a:defRPr sz="1500" b="1">
                <a:solidFill>
                  <a:schemeClr val="bg1"/>
                </a:solidFill>
              </a:defRPr>
            </a:lvl1pPr>
          </a:lstStyle>
          <a:p>
            <a:pPr lvl="0"/>
            <a:r>
              <a:rPr lang="en-CA" dirty="0"/>
              <a:t>Presenter Name</a:t>
            </a:r>
          </a:p>
        </p:txBody>
      </p:sp>
      <p:sp>
        <p:nvSpPr>
          <p:cNvPr id="3" name="Subtitle 2">
            <a:extLst>
              <a:ext uri="{FF2B5EF4-FFF2-40B4-BE49-F238E27FC236}">
                <a16:creationId xmlns:a16="http://schemas.microsoft.com/office/drawing/2014/main" id="{52D4339A-75B0-40F3-B53E-EA57D3E1B46C}"/>
              </a:ext>
            </a:extLst>
          </p:cNvPr>
          <p:cNvSpPr>
            <a:spLocks noGrp="1"/>
          </p:cNvSpPr>
          <p:nvPr>
            <p:ph type="subTitle" idx="1"/>
          </p:nvPr>
        </p:nvSpPr>
        <p:spPr>
          <a:xfrm>
            <a:off x="441242" y="2658693"/>
            <a:ext cx="7438734" cy="770307"/>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dirty="0"/>
          </a:p>
        </p:txBody>
      </p:sp>
      <p:sp>
        <p:nvSpPr>
          <p:cNvPr id="2" name="Title 1">
            <a:extLst>
              <a:ext uri="{FF2B5EF4-FFF2-40B4-BE49-F238E27FC236}">
                <a16:creationId xmlns:a16="http://schemas.microsoft.com/office/drawing/2014/main" id="{885D8042-2A28-4C49-8368-0CD7FDB3F173}"/>
              </a:ext>
            </a:extLst>
          </p:cNvPr>
          <p:cNvSpPr>
            <a:spLocks noGrp="1"/>
          </p:cNvSpPr>
          <p:nvPr>
            <p:ph type="ctrTitle"/>
          </p:nvPr>
        </p:nvSpPr>
        <p:spPr>
          <a:xfrm>
            <a:off x="441242" y="1070457"/>
            <a:ext cx="10455357" cy="1081072"/>
          </a:xfrm>
        </p:spPr>
        <p:txBody>
          <a:bodyPr anchor="t" anchorCtr="0">
            <a:normAutofit/>
          </a:bodyPr>
          <a:lstStyle>
            <a:lvl1pPr algn="l">
              <a:defRPr sz="3800">
                <a:solidFill>
                  <a:schemeClr val="bg1"/>
                </a:solidFill>
              </a:defRPr>
            </a:lvl1pPr>
          </a:lstStyle>
          <a:p>
            <a:r>
              <a:rPr lang="en-US"/>
              <a:t>Click to edit Master title style</a:t>
            </a:r>
            <a:endParaRPr lang="en-CA" dirty="0"/>
          </a:p>
        </p:txBody>
      </p:sp>
      <p:pic>
        <p:nvPicPr>
          <p:cNvPr id="16" name="Picture 15"/>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27707" y="416404"/>
            <a:ext cx="3129933" cy="228479"/>
          </a:xfrm>
          <a:prstGeom prst="rect">
            <a:avLst/>
          </a:prstGeom>
        </p:spPr>
      </p:pic>
      <p:pic>
        <p:nvPicPr>
          <p:cNvPr id="22" name="Picture 21"/>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27432" y="-198884"/>
            <a:ext cx="12346857" cy="5977891"/>
          </a:xfrm>
          <a:prstGeom prst="rect">
            <a:avLst/>
          </a:prstGeom>
        </p:spPr>
      </p:pic>
      <p:sp>
        <p:nvSpPr>
          <p:cNvPr id="12" name="Date Placeholder 2">
            <a:extLst>
              <a:ext uri="{FF2B5EF4-FFF2-40B4-BE49-F238E27FC236}">
                <a16:creationId xmlns:a16="http://schemas.microsoft.com/office/drawing/2014/main" id="{05AF1435-DAFD-43AB-98A5-C92AA7D5CB02}"/>
              </a:ext>
            </a:extLst>
          </p:cNvPr>
          <p:cNvSpPr txBox="1">
            <a:spLocks/>
          </p:cNvSpPr>
          <p:nvPr userDrawn="1"/>
        </p:nvSpPr>
        <p:spPr>
          <a:xfrm>
            <a:off x="7956275" y="6404293"/>
            <a:ext cx="2940325" cy="194578"/>
          </a:xfrm>
          <a:prstGeom prst="rect">
            <a:avLst/>
          </a:prstGeom>
        </p:spPr>
        <p:txBody>
          <a:bodyPr vert="horz" lIns="0" tIns="0" rIns="0" bIns="0" rtlCol="0" anchor="ctr"/>
          <a:lstStyle>
            <a:defPPr>
              <a:defRPr lang="en-CA"/>
            </a:defPPr>
            <a:lvl1pPr marL="0" algn="l" defTabSz="914400" rtl="0" eaLnBrk="1" latinLnBrk="0" hangingPunct="1">
              <a:defRPr sz="1000" kern="1200">
                <a:solidFill>
                  <a:schemeClr val="bg1"/>
                </a:solidFill>
                <a:effectLst>
                  <a:outerShdw blurRad="38100" dist="38100" dir="2700000" algn="tl">
                    <a:srgbClr val="000000">
                      <a:alpha val="43137"/>
                    </a:srgbClr>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CA" i="1" dirty="0">
                <a:solidFill>
                  <a:srgbClr val="FFFFFF"/>
                </a:solidFill>
                <a:effectLst/>
              </a:rPr>
              <a:t>For internal use only</a:t>
            </a:r>
          </a:p>
        </p:txBody>
      </p:sp>
      <p:sp>
        <p:nvSpPr>
          <p:cNvPr id="15" name="Date Placeholder 3">
            <a:extLst>
              <a:ext uri="{FF2B5EF4-FFF2-40B4-BE49-F238E27FC236}">
                <a16:creationId xmlns:a16="http://schemas.microsoft.com/office/drawing/2014/main" id="{6C6A5474-121E-451F-8F0B-03523EA414EC}"/>
              </a:ext>
            </a:extLst>
          </p:cNvPr>
          <p:cNvSpPr>
            <a:spLocks noGrp="1"/>
          </p:cNvSpPr>
          <p:nvPr>
            <p:ph type="dt" sz="half" idx="10"/>
          </p:nvPr>
        </p:nvSpPr>
        <p:spPr>
          <a:xfrm>
            <a:off x="448056" y="6409944"/>
            <a:ext cx="3657600" cy="182880"/>
          </a:xfrm>
          <a:prstGeom prst="rect">
            <a:avLst/>
          </a:prstGeom>
        </p:spPr>
        <p:txBody>
          <a:bodyPr lIns="0" tIns="0" rIns="0" bIns="0"/>
          <a:lstStyle>
            <a:lvl1pPr>
              <a:defRPr sz="1200">
                <a:solidFill>
                  <a:schemeClr val="bg1"/>
                </a:solidFill>
              </a:defRPr>
            </a:lvl1pPr>
          </a:lstStyle>
          <a:p>
            <a:fld id="{BA3C95CC-CD7F-EF41-9083-A720D579D4EB}" type="datetime4">
              <a:rPr lang="en-US" smtClean="0">
                <a:solidFill>
                  <a:srgbClr val="FFFFFF"/>
                </a:solidFill>
              </a:rPr>
              <a:pPr/>
              <a:t>August 26, 2025</a:t>
            </a:fld>
            <a:endParaRPr lang="en-CA" dirty="0">
              <a:solidFill>
                <a:srgbClr val="FFFFFF"/>
              </a:solidFill>
            </a:endParaRPr>
          </a:p>
        </p:txBody>
      </p:sp>
    </p:spTree>
    <p:extLst>
      <p:ext uri="{BB962C8B-B14F-4D97-AF65-F5344CB8AC3E}">
        <p14:creationId xmlns:p14="http://schemas.microsoft.com/office/powerpoint/2010/main" val="2698942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F527DB3-560B-4C58-8B98-13AF9D85E0C8}"/>
              </a:ext>
            </a:extLst>
          </p:cNvPr>
          <p:cNvPicPr>
            <a:picLocks/>
          </p:cNvPicPr>
          <p:nvPr userDrawn="1"/>
        </p:nvPicPr>
        <p:blipFill>
          <a:blip r:embed="rId2"/>
          <a:stretch>
            <a:fillRect/>
          </a:stretch>
        </p:blipFill>
        <p:spPr>
          <a:xfrm>
            <a:off x="-9144" y="-9145"/>
            <a:ext cx="12243816" cy="6912864"/>
          </a:xfrm>
          <a:prstGeom prst="rect">
            <a:avLst/>
          </a:prstGeom>
        </p:spPr>
      </p:pic>
      <p:pic>
        <p:nvPicPr>
          <p:cNvPr id="11" name="Picture 10">
            <a:extLst>
              <a:ext uri="{FF2B5EF4-FFF2-40B4-BE49-F238E27FC236}">
                <a16:creationId xmlns:a16="http://schemas.microsoft.com/office/drawing/2014/main" id="{15B3DE7A-DD33-435A-9832-9864F84E371E}"/>
              </a:ext>
            </a:extLst>
          </p:cNvPr>
          <p:cNvPicPr>
            <a:picLocks noChangeAspect="1"/>
          </p:cNvPicPr>
          <p:nvPr userDrawn="1"/>
        </p:nvPicPr>
        <p:blipFill>
          <a:blip r:embed="rId3"/>
          <a:stretch>
            <a:fillRect/>
          </a:stretch>
        </p:blipFill>
        <p:spPr>
          <a:xfrm>
            <a:off x="11283696" y="5797296"/>
            <a:ext cx="728379" cy="789839"/>
          </a:xfrm>
          <a:prstGeom prst="rect">
            <a:avLst/>
          </a:prstGeom>
        </p:spPr>
      </p:pic>
      <p:sp>
        <p:nvSpPr>
          <p:cNvPr id="3" name="Subtitle 2">
            <a:extLst>
              <a:ext uri="{FF2B5EF4-FFF2-40B4-BE49-F238E27FC236}">
                <a16:creationId xmlns:a16="http://schemas.microsoft.com/office/drawing/2014/main" id="{52D4339A-75B0-40F3-B53E-EA57D3E1B46C}"/>
              </a:ext>
            </a:extLst>
          </p:cNvPr>
          <p:cNvSpPr>
            <a:spLocks noGrp="1"/>
          </p:cNvSpPr>
          <p:nvPr>
            <p:ph type="subTitle" idx="1"/>
          </p:nvPr>
        </p:nvSpPr>
        <p:spPr>
          <a:xfrm>
            <a:off x="441242" y="2658693"/>
            <a:ext cx="7438734" cy="770307"/>
          </a:xfrm>
        </p:spPr>
        <p:txBody>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dirty="0"/>
          </a:p>
        </p:txBody>
      </p:sp>
      <p:sp>
        <p:nvSpPr>
          <p:cNvPr id="2" name="Title 1">
            <a:extLst>
              <a:ext uri="{FF2B5EF4-FFF2-40B4-BE49-F238E27FC236}">
                <a16:creationId xmlns:a16="http://schemas.microsoft.com/office/drawing/2014/main" id="{885D8042-2A28-4C49-8368-0CD7FDB3F173}"/>
              </a:ext>
            </a:extLst>
          </p:cNvPr>
          <p:cNvSpPr>
            <a:spLocks noGrp="1"/>
          </p:cNvSpPr>
          <p:nvPr>
            <p:ph type="ctrTitle" hasCustomPrompt="1"/>
          </p:nvPr>
        </p:nvSpPr>
        <p:spPr>
          <a:xfrm>
            <a:off x="441242" y="1070457"/>
            <a:ext cx="10455357" cy="1081072"/>
          </a:xfrm>
        </p:spPr>
        <p:txBody>
          <a:bodyPr anchor="t" anchorCtr="0">
            <a:normAutofit/>
          </a:bodyPr>
          <a:lstStyle>
            <a:lvl1pPr algn="l">
              <a:defRPr sz="3800">
                <a:solidFill>
                  <a:schemeClr val="tx2"/>
                </a:solidFill>
              </a:defRPr>
            </a:lvl1pPr>
          </a:lstStyle>
          <a:p>
            <a:r>
              <a:rPr lang="en-US" dirty="0"/>
              <a:t>Section title</a:t>
            </a:r>
            <a:endParaRPr lang="en-CA" dirty="0"/>
          </a:p>
        </p:txBody>
      </p:sp>
      <p:pic>
        <p:nvPicPr>
          <p:cNvPr id="12" name="Picture 11"/>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27707" y="416404"/>
            <a:ext cx="3129934" cy="228479"/>
          </a:xfrm>
          <a:prstGeom prst="rect">
            <a:avLst/>
          </a:prstGeom>
        </p:spPr>
      </p:pic>
      <p:sp>
        <p:nvSpPr>
          <p:cNvPr id="14" name="Date Placeholder 2">
            <a:extLst>
              <a:ext uri="{FF2B5EF4-FFF2-40B4-BE49-F238E27FC236}">
                <a16:creationId xmlns:a16="http://schemas.microsoft.com/office/drawing/2014/main" id="{05AF1435-DAFD-43AB-98A5-C92AA7D5CB02}"/>
              </a:ext>
            </a:extLst>
          </p:cNvPr>
          <p:cNvSpPr txBox="1">
            <a:spLocks/>
          </p:cNvSpPr>
          <p:nvPr userDrawn="1"/>
        </p:nvSpPr>
        <p:spPr>
          <a:xfrm>
            <a:off x="7956275" y="6404293"/>
            <a:ext cx="2940325" cy="194578"/>
          </a:xfrm>
          <a:prstGeom prst="rect">
            <a:avLst/>
          </a:prstGeom>
        </p:spPr>
        <p:txBody>
          <a:bodyPr vert="horz" lIns="0" tIns="0" rIns="0" bIns="0" rtlCol="0" anchor="ctr"/>
          <a:lstStyle>
            <a:defPPr>
              <a:defRPr lang="en-CA"/>
            </a:defPPr>
            <a:lvl1pPr marL="0" algn="l" defTabSz="914400" rtl="0" eaLnBrk="1" latinLnBrk="0" hangingPunct="1">
              <a:defRPr sz="1000" kern="1200">
                <a:solidFill>
                  <a:schemeClr val="bg1"/>
                </a:solidFill>
                <a:effectLst>
                  <a:outerShdw blurRad="38100" dist="38100" dir="2700000" algn="tl">
                    <a:srgbClr val="000000">
                      <a:alpha val="43137"/>
                    </a:srgbClr>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CA" i="1" dirty="0">
                <a:solidFill>
                  <a:srgbClr val="000000"/>
                </a:solidFill>
                <a:effectLst/>
              </a:rPr>
              <a:t>For internal use only</a:t>
            </a:r>
          </a:p>
        </p:txBody>
      </p:sp>
    </p:spTree>
    <p:extLst>
      <p:ext uri="{BB962C8B-B14F-4D97-AF65-F5344CB8AC3E}">
        <p14:creationId xmlns:p14="http://schemas.microsoft.com/office/powerpoint/2010/main" val="712923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5205C5E-3B53-421E-A28E-38EB4913E858}"/>
              </a:ext>
            </a:extLst>
          </p:cNvPr>
          <p:cNvPicPr>
            <a:picLocks noChangeAspect="1"/>
          </p:cNvPicPr>
          <p:nvPr userDrawn="1"/>
        </p:nvPicPr>
        <p:blipFill>
          <a:blip r:embed="rId2"/>
          <a:stretch>
            <a:fillRect/>
          </a:stretch>
        </p:blipFill>
        <p:spPr>
          <a:xfrm>
            <a:off x="11283696" y="5797296"/>
            <a:ext cx="728379" cy="789839"/>
          </a:xfrm>
          <a:prstGeom prst="rect">
            <a:avLst/>
          </a:prstGeom>
        </p:spPr>
      </p:pic>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7707" y="416404"/>
            <a:ext cx="3129934" cy="228479"/>
          </a:xfrm>
          <a:prstGeom prst="rect">
            <a:avLst/>
          </a:prstGeom>
        </p:spPr>
      </p:pic>
      <p:sp>
        <p:nvSpPr>
          <p:cNvPr id="6" name="Slide Number Placeholder 5">
            <a:extLst>
              <a:ext uri="{FF2B5EF4-FFF2-40B4-BE49-F238E27FC236}">
                <a16:creationId xmlns:a16="http://schemas.microsoft.com/office/drawing/2014/main" id="{E0E418A8-3C2A-4155-8FD4-35B57A1183E2}"/>
              </a:ext>
            </a:extLst>
          </p:cNvPr>
          <p:cNvSpPr>
            <a:spLocks noGrp="1"/>
          </p:cNvSpPr>
          <p:nvPr>
            <p:ph type="sldNum" sz="quarter" idx="12"/>
          </p:nvPr>
        </p:nvSpPr>
        <p:spPr>
          <a:xfrm>
            <a:off x="5852160" y="6407602"/>
            <a:ext cx="492975" cy="182880"/>
          </a:xfrm>
        </p:spPr>
        <p:txBody>
          <a:bodyPr/>
          <a:lstStyle>
            <a:lvl1pPr>
              <a:defRPr>
                <a:solidFill>
                  <a:schemeClr val="accent1"/>
                </a:solidFill>
              </a:defRPr>
            </a:lvl1pPr>
          </a:lstStyle>
          <a:p>
            <a:fld id="{00D53123-EF31-4C08-A865-932FC064F9C8}" type="slidenum">
              <a:rPr lang="en-CA" smtClean="0">
                <a:solidFill>
                  <a:srgbClr val="003168"/>
                </a:solidFill>
              </a:rPr>
              <a:pPr/>
              <a:t>‹#›</a:t>
            </a:fld>
            <a:endParaRPr lang="en-CA" dirty="0">
              <a:solidFill>
                <a:srgbClr val="003168"/>
              </a:solidFill>
            </a:endParaRPr>
          </a:p>
        </p:txBody>
      </p:sp>
      <p:sp>
        <p:nvSpPr>
          <p:cNvPr id="9" name="Date Placeholder 2">
            <a:extLst>
              <a:ext uri="{FF2B5EF4-FFF2-40B4-BE49-F238E27FC236}">
                <a16:creationId xmlns:a16="http://schemas.microsoft.com/office/drawing/2014/main" id="{05AF1435-DAFD-43AB-98A5-C92AA7D5CB02}"/>
              </a:ext>
            </a:extLst>
          </p:cNvPr>
          <p:cNvSpPr txBox="1">
            <a:spLocks/>
          </p:cNvSpPr>
          <p:nvPr userDrawn="1"/>
        </p:nvSpPr>
        <p:spPr>
          <a:xfrm>
            <a:off x="7956275" y="6404293"/>
            <a:ext cx="2940325" cy="194578"/>
          </a:xfrm>
          <a:prstGeom prst="rect">
            <a:avLst/>
          </a:prstGeom>
        </p:spPr>
        <p:txBody>
          <a:bodyPr vert="horz" lIns="0" tIns="0" rIns="0" bIns="0" rtlCol="0" anchor="ctr"/>
          <a:lstStyle>
            <a:defPPr>
              <a:defRPr lang="en-CA"/>
            </a:defPPr>
            <a:lvl1pPr marL="0" algn="l" defTabSz="914400" rtl="0" eaLnBrk="1" latinLnBrk="0" hangingPunct="1">
              <a:defRPr sz="1000" kern="1200">
                <a:solidFill>
                  <a:schemeClr val="bg1"/>
                </a:solidFill>
                <a:effectLst>
                  <a:outerShdw blurRad="38100" dist="38100" dir="2700000" algn="tl">
                    <a:srgbClr val="000000">
                      <a:alpha val="43137"/>
                    </a:srgbClr>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CA" i="1" dirty="0">
                <a:solidFill>
                  <a:srgbClr val="000000"/>
                </a:solidFill>
                <a:effectLst/>
              </a:rPr>
              <a:t>For internal use only</a:t>
            </a:r>
          </a:p>
        </p:txBody>
      </p:sp>
      <p:sp>
        <p:nvSpPr>
          <p:cNvPr id="3" name="Text Placeholder 2">
            <a:extLst>
              <a:ext uri="{FF2B5EF4-FFF2-40B4-BE49-F238E27FC236}">
                <a16:creationId xmlns:a16="http://schemas.microsoft.com/office/drawing/2014/main" id="{3C23720B-115F-40E8-9427-A01D4BBF8B87}"/>
              </a:ext>
            </a:extLst>
          </p:cNvPr>
          <p:cNvSpPr>
            <a:spLocks noGrp="1"/>
          </p:cNvSpPr>
          <p:nvPr>
            <p:ph type="body" idx="1"/>
          </p:nvPr>
        </p:nvSpPr>
        <p:spPr>
          <a:xfrm>
            <a:off x="438912" y="2660904"/>
            <a:ext cx="5657088" cy="768096"/>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3" name="Title 1">
            <a:extLst>
              <a:ext uri="{FF2B5EF4-FFF2-40B4-BE49-F238E27FC236}">
                <a16:creationId xmlns:a16="http://schemas.microsoft.com/office/drawing/2014/main" id="{C6B28C38-4C88-452B-B302-64A2AAF829DE}"/>
              </a:ext>
            </a:extLst>
          </p:cNvPr>
          <p:cNvSpPr>
            <a:spLocks noGrp="1"/>
          </p:cNvSpPr>
          <p:nvPr>
            <p:ph type="title" hasCustomPrompt="1"/>
          </p:nvPr>
        </p:nvSpPr>
        <p:spPr>
          <a:xfrm>
            <a:off x="438912" y="1222248"/>
            <a:ext cx="10457688" cy="1078992"/>
          </a:xfrm>
        </p:spPr>
        <p:txBody>
          <a:bodyPr anchor="b">
            <a:normAutofit/>
          </a:bodyPr>
          <a:lstStyle>
            <a:lvl1pPr>
              <a:defRPr sz="3800">
                <a:solidFill>
                  <a:schemeClr val="tx2"/>
                </a:solidFill>
              </a:defRPr>
            </a:lvl1pPr>
          </a:lstStyle>
          <a:p>
            <a:r>
              <a:rPr lang="en-US" dirty="0"/>
              <a:t>Section title</a:t>
            </a:r>
            <a:endParaRPr lang="en-CA" dirty="0"/>
          </a:p>
        </p:txBody>
      </p:sp>
    </p:spTree>
    <p:extLst>
      <p:ext uri="{BB962C8B-B14F-4D97-AF65-F5344CB8AC3E}">
        <p14:creationId xmlns:p14="http://schemas.microsoft.com/office/powerpoint/2010/main" val="549202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2BE687-35FE-4164-8F7E-B58CFBE33EF2}"/>
              </a:ext>
            </a:extLst>
          </p:cNvPr>
          <p:cNvPicPr>
            <a:picLocks noChangeAspect="1"/>
          </p:cNvPicPr>
          <p:nvPr userDrawn="1"/>
        </p:nvPicPr>
        <p:blipFill>
          <a:blip r:embed="rId2"/>
          <a:stretch>
            <a:fillRect/>
          </a:stretch>
        </p:blipFill>
        <p:spPr>
          <a:xfrm>
            <a:off x="11283696" y="5797296"/>
            <a:ext cx="728379" cy="789839"/>
          </a:xfrm>
          <a:prstGeom prst="rect">
            <a:avLst/>
          </a:prstGeom>
        </p:spPr>
      </p:pic>
      <p:sp>
        <p:nvSpPr>
          <p:cNvPr id="6" name="Slide Number Placeholder 5">
            <a:extLst>
              <a:ext uri="{FF2B5EF4-FFF2-40B4-BE49-F238E27FC236}">
                <a16:creationId xmlns:a16="http://schemas.microsoft.com/office/drawing/2014/main" id="{E0E418A8-3C2A-4155-8FD4-35B57A1183E2}"/>
              </a:ext>
            </a:extLst>
          </p:cNvPr>
          <p:cNvSpPr>
            <a:spLocks noGrp="1"/>
          </p:cNvSpPr>
          <p:nvPr>
            <p:ph type="sldNum" sz="quarter" idx="12"/>
          </p:nvPr>
        </p:nvSpPr>
        <p:spPr>
          <a:xfrm>
            <a:off x="5852160" y="6407602"/>
            <a:ext cx="492975" cy="182880"/>
          </a:xfrm>
        </p:spPr>
        <p:txBody>
          <a:bodyPr/>
          <a:lstStyle>
            <a:lvl1pPr>
              <a:defRPr>
                <a:solidFill>
                  <a:schemeClr val="accent1"/>
                </a:solidFill>
              </a:defRPr>
            </a:lvl1pPr>
          </a:lstStyle>
          <a:p>
            <a:fld id="{00D53123-EF31-4C08-A865-932FC064F9C8}" type="slidenum">
              <a:rPr lang="en-CA" smtClean="0">
                <a:solidFill>
                  <a:srgbClr val="003168"/>
                </a:solidFill>
              </a:rPr>
              <a:pPr/>
              <a:t>‹#›</a:t>
            </a:fld>
            <a:endParaRPr lang="en-CA" dirty="0">
              <a:solidFill>
                <a:srgbClr val="003168"/>
              </a:solidFill>
            </a:endParaRPr>
          </a:p>
        </p:txBody>
      </p:sp>
      <p:sp>
        <p:nvSpPr>
          <p:cNvPr id="3" name="Text Placeholder 2">
            <a:extLst>
              <a:ext uri="{FF2B5EF4-FFF2-40B4-BE49-F238E27FC236}">
                <a16:creationId xmlns:a16="http://schemas.microsoft.com/office/drawing/2014/main" id="{3C23720B-115F-40E8-9427-A01D4BBF8B87}"/>
              </a:ext>
            </a:extLst>
          </p:cNvPr>
          <p:cNvSpPr>
            <a:spLocks noGrp="1"/>
          </p:cNvSpPr>
          <p:nvPr>
            <p:ph type="body" idx="1"/>
          </p:nvPr>
        </p:nvSpPr>
        <p:spPr>
          <a:xfrm>
            <a:off x="438912" y="2660904"/>
            <a:ext cx="5657088" cy="768096"/>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9" name="Picture 8"/>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7707" y="416404"/>
            <a:ext cx="3129934" cy="228479"/>
          </a:xfrm>
          <a:prstGeom prst="rect">
            <a:avLst/>
          </a:prstGeom>
        </p:spPr>
      </p:pic>
      <p:sp>
        <p:nvSpPr>
          <p:cNvPr id="10" name="Date Placeholder 2">
            <a:extLst>
              <a:ext uri="{FF2B5EF4-FFF2-40B4-BE49-F238E27FC236}">
                <a16:creationId xmlns:a16="http://schemas.microsoft.com/office/drawing/2014/main" id="{05AF1435-DAFD-43AB-98A5-C92AA7D5CB02}"/>
              </a:ext>
            </a:extLst>
          </p:cNvPr>
          <p:cNvSpPr txBox="1">
            <a:spLocks/>
          </p:cNvSpPr>
          <p:nvPr userDrawn="1"/>
        </p:nvSpPr>
        <p:spPr>
          <a:xfrm>
            <a:off x="7956275" y="6404293"/>
            <a:ext cx="2940325" cy="194578"/>
          </a:xfrm>
          <a:prstGeom prst="rect">
            <a:avLst/>
          </a:prstGeom>
        </p:spPr>
        <p:txBody>
          <a:bodyPr vert="horz" lIns="0" tIns="0" rIns="0" bIns="0" rtlCol="0" anchor="ctr"/>
          <a:lstStyle>
            <a:defPPr>
              <a:defRPr lang="en-CA"/>
            </a:defPPr>
            <a:lvl1pPr marL="0" algn="l" defTabSz="914400" rtl="0" eaLnBrk="1" latinLnBrk="0" hangingPunct="1">
              <a:defRPr sz="1000" kern="1200">
                <a:solidFill>
                  <a:schemeClr val="bg1"/>
                </a:solidFill>
                <a:effectLst>
                  <a:outerShdw blurRad="38100" dist="38100" dir="2700000" algn="tl">
                    <a:srgbClr val="000000">
                      <a:alpha val="43137"/>
                    </a:srgbClr>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CA" i="1" dirty="0">
                <a:solidFill>
                  <a:srgbClr val="000000"/>
                </a:solidFill>
                <a:effectLst/>
              </a:rPr>
              <a:t>For internal use only</a:t>
            </a:r>
          </a:p>
        </p:txBody>
      </p:sp>
      <p:sp>
        <p:nvSpPr>
          <p:cNvPr id="12" name="Title 1">
            <a:extLst>
              <a:ext uri="{FF2B5EF4-FFF2-40B4-BE49-F238E27FC236}">
                <a16:creationId xmlns:a16="http://schemas.microsoft.com/office/drawing/2014/main" id="{C6B28C38-4C88-452B-B302-64A2AAF829DE}"/>
              </a:ext>
            </a:extLst>
          </p:cNvPr>
          <p:cNvSpPr>
            <a:spLocks noGrp="1"/>
          </p:cNvSpPr>
          <p:nvPr>
            <p:ph type="title" hasCustomPrompt="1"/>
          </p:nvPr>
        </p:nvSpPr>
        <p:spPr>
          <a:xfrm>
            <a:off x="438912" y="1222248"/>
            <a:ext cx="10457688" cy="1078992"/>
          </a:xfrm>
        </p:spPr>
        <p:txBody>
          <a:bodyPr anchor="b">
            <a:normAutofit/>
          </a:bodyPr>
          <a:lstStyle>
            <a:lvl1pPr>
              <a:defRPr sz="3800">
                <a:solidFill>
                  <a:schemeClr val="tx2"/>
                </a:solidFill>
              </a:defRPr>
            </a:lvl1pPr>
          </a:lstStyle>
          <a:p>
            <a:r>
              <a:rPr lang="en-CA" dirty="0"/>
              <a:t>Thank you</a:t>
            </a:r>
          </a:p>
        </p:txBody>
      </p:sp>
    </p:spTree>
    <p:extLst>
      <p:ext uri="{BB962C8B-B14F-4D97-AF65-F5344CB8AC3E}">
        <p14:creationId xmlns:p14="http://schemas.microsoft.com/office/powerpoint/2010/main" val="381254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692665-EEBA-45F4-8CCA-4E4B3AB9C6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Slide Number Placeholder 8">
            <a:extLst>
              <a:ext uri="{FF2B5EF4-FFF2-40B4-BE49-F238E27FC236}">
                <a16:creationId xmlns:a16="http://schemas.microsoft.com/office/drawing/2014/main" id="{CB4F0F05-0D1F-4203-8C15-D7FF14DF6848}"/>
              </a:ext>
            </a:extLst>
          </p:cNvPr>
          <p:cNvSpPr>
            <a:spLocks noGrp="1"/>
          </p:cNvSpPr>
          <p:nvPr>
            <p:ph type="sldNum" sz="quarter" idx="12"/>
          </p:nvPr>
        </p:nvSpPr>
        <p:spPr>
          <a:xfrm>
            <a:off x="5847988" y="6407602"/>
            <a:ext cx="492975" cy="182880"/>
          </a:xfrm>
        </p:spPr>
        <p:txBody>
          <a:bodyPr/>
          <a:lstStyle/>
          <a:p>
            <a:fld id="{00D53123-EF31-4C08-A865-932FC064F9C8}" type="slidenum">
              <a:rPr lang="en-CA" smtClean="0">
                <a:solidFill>
                  <a:srgbClr val="003168"/>
                </a:solidFill>
              </a:rPr>
              <a:pPr/>
              <a:t>‹#›</a:t>
            </a:fld>
            <a:endParaRPr lang="en-CA" dirty="0">
              <a:solidFill>
                <a:srgbClr val="003168"/>
              </a:solidFill>
            </a:endParaRPr>
          </a:p>
        </p:txBody>
      </p:sp>
      <p:sp>
        <p:nvSpPr>
          <p:cNvPr id="7" name="Title 1">
            <a:extLst>
              <a:ext uri="{FF2B5EF4-FFF2-40B4-BE49-F238E27FC236}">
                <a16:creationId xmlns:a16="http://schemas.microsoft.com/office/drawing/2014/main" id="{ED44F4B7-9B8C-4799-AEEA-05A3EE9EC5B6}"/>
              </a:ext>
            </a:extLst>
          </p:cNvPr>
          <p:cNvSpPr>
            <a:spLocks noGrp="1"/>
          </p:cNvSpPr>
          <p:nvPr>
            <p:ph type="title"/>
          </p:nvPr>
        </p:nvSpPr>
        <p:spPr>
          <a:xfrm>
            <a:off x="685800" y="365126"/>
            <a:ext cx="10210800" cy="798046"/>
          </a:xfrm>
        </p:spPr>
        <p:txBody>
          <a:bodyPr/>
          <a:lstStyle/>
          <a:p>
            <a:r>
              <a:rPr lang="en-US"/>
              <a:t>Click to edit Master title style</a:t>
            </a:r>
            <a:endParaRPr lang="en-CA"/>
          </a:p>
        </p:txBody>
      </p:sp>
    </p:spTree>
    <p:extLst>
      <p:ext uri="{BB962C8B-B14F-4D97-AF65-F5344CB8AC3E}">
        <p14:creationId xmlns:p14="http://schemas.microsoft.com/office/powerpoint/2010/main" val="428735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692665-EEBA-45F4-8CCA-4E4B3AB9C6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Slide Number Placeholder 8">
            <a:extLst>
              <a:ext uri="{FF2B5EF4-FFF2-40B4-BE49-F238E27FC236}">
                <a16:creationId xmlns:a16="http://schemas.microsoft.com/office/drawing/2014/main" id="{CB4F0F05-0D1F-4203-8C15-D7FF14DF6848}"/>
              </a:ext>
            </a:extLst>
          </p:cNvPr>
          <p:cNvSpPr>
            <a:spLocks noGrp="1"/>
          </p:cNvSpPr>
          <p:nvPr>
            <p:ph type="sldNum" sz="quarter" idx="12"/>
          </p:nvPr>
        </p:nvSpPr>
        <p:spPr/>
        <p:txBody>
          <a:bodyPr/>
          <a:lstStyle/>
          <a:p>
            <a:fld id="{00D53123-EF31-4C08-A865-932FC064F9C8}" type="slidenum">
              <a:rPr lang="en-CA" smtClean="0">
                <a:solidFill>
                  <a:srgbClr val="003168"/>
                </a:solidFill>
              </a:rPr>
              <a:pPr/>
              <a:t>‹#›</a:t>
            </a:fld>
            <a:endParaRPr lang="en-CA" dirty="0">
              <a:solidFill>
                <a:srgbClr val="003168"/>
              </a:solidFill>
            </a:endParaRPr>
          </a:p>
        </p:txBody>
      </p:sp>
      <p:sp>
        <p:nvSpPr>
          <p:cNvPr id="10" name="Text Placeholder 8">
            <a:extLst>
              <a:ext uri="{FF2B5EF4-FFF2-40B4-BE49-F238E27FC236}">
                <a16:creationId xmlns:a16="http://schemas.microsoft.com/office/drawing/2014/main" id="{5E5BAACF-42E7-4313-8482-1BE8FBA28CCE}"/>
              </a:ext>
            </a:extLst>
          </p:cNvPr>
          <p:cNvSpPr>
            <a:spLocks noGrp="1"/>
          </p:cNvSpPr>
          <p:nvPr>
            <p:ph type="body" sz="quarter" idx="14"/>
          </p:nvPr>
        </p:nvSpPr>
        <p:spPr>
          <a:xfrm>
            <a:off x="685800" y="776606"/>
            <a:ext cx="10210800" cy="414019"/>
          </a:xfrm>
        </p:spPr>
        <p:txBody>
          <a:bodyPr anchor="ctr" anchorCtr="0"/>
          <a:lstStyle/>
          <a:p>
            <a:pPr lvl="0"/>
            <a:r>
              <a:rPr lang="en-CA" dirty="0"/>
              <a:t>Edit Master text styles</a:t>
            </a:r>
          </a:p>
        </p:txBody>
      </p:sp>
      <p:sp>
        <p:nvSpPr>
          <p:cNvPr id="11" name="Title 1">
            <a:extLst>
              <a:ext uri="{FF2B5EF4-FFF2-40B4-BE49-F238E27FC236}">
                <a16:creationId xmlns:a16="http://schemas.microsoft.com/office/drawing/2014/main" id="{D089F7DF-4377-47A2-B733-FBEECC7CECFC}"/>
              </a:ext>
            </a:extLst>
          </p:cNvPr>
          <p:cNvSpPr>
            <a:spLocks noGrp="1"/>
          </p:cNvSpPr>
          <p:nvPr>
            <p:ph type="title"/>
          </p:nvPr>
        </p:nvSpPr>
        <p:spPr>
          <a:xfrm>
            <a:off x="685800" y="365126"/>
            <a:ext cx="10210800" cy="411480"/>
          </a:xfrm>
        </p:spPr>
        <p:txBody>
          <a:bodyPr/>
          <a:lstStyle/>
          <a:p>
            <a:r>
              <a:rPr lang="en-CA" dirty="0"/>
              <a:t>Click to edit Master title style</a:t>
            </a:r>
          </a:p>
        </p:txBody>
      </p:sp>
    </p:spTree>
    <p:extLst>
      <p:ext uri="{BB962C8B-B14F-4D97-AF65-F5344CB8AC3E}">
        <p14:creationId xmlns:p14="http://schemas.microsoft.com/office/powerpoint/2010/main" val="1253959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D700B0B-943A-4C8C-924F-3A6D26991E03}"/>
              </a:ext>
            </a:extLst>
          </p:cNvPr>
          <p:cNvSpPr>
            <a:spLocks noGrp="1"/>
          </p:cNvSpPr>
          <p:nvPr>
            <p:ph type="sldNum" sz="quarter" idx="12"/>
          </p:nvPr>
        </p:nvSpPr>
        <p:spPr/>
        <p:txBody>
          <a:bodyPr/>
          <a:lstStyle/>
          <a:p>
            <a:fld id="{00D53123-EF31-4C08-A865-932FC064F9C8}" type="slidenum">
              <a:rPr lang="en-CA" smtClean="0">
                <a:solidFill>
                  <a:srgbClr val="003168"/>
                </a:solidFill>
              </a:rPr>
              <a:pPr/>
              <a:t>‹#›</a:t>
            </a:fld>
            <a:endParaRPr lang="en-CA" dirty="0">
              <a:solidFill>
                <a:srgbClr val="003168"/>
              </a:solidFill>
            </a:endParaRPr>
          </a:p>
        </p:txBody>
      </p:sp>
      <p:sp>
        <p:nvSpPr>
          <p:cNvPr id="4" name="Content Placeholder 3">
            <a:extLst>
              <a:ext uri="{FF2B5EF4-FFF2-40B4-BE49-F238E27FC236}">
                <a16:creationId xmlns:a16="http://schemas.microsoft.com/office/drawing/2014/main" id="{4189D61D-B2CB-4351-B2CE-BEC948C2206F}"/>
              </a:ext>
            </a:extLst>
          </p:cNvPr>
          <p:cNvSpPr>
            <a:spLocks noGrp="1"/>
          </p:cNvSpPr>
          <p:nvPr>
            <p:ph sz="half" idx="2"/>
          </p:nvPr>
        </p:nvSpPr>
        <p:spPr>
          <a:xfrm>
            <a:off x="5912491" y="1409700"/>
            <a:ext cx="498348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Content Placeholder 2">
            <a:extLst>
              <a:ext uri="{FF2B5EF4-FFF2-40B4-BE49-F238E27FC236}">
                <a16:creationId xmlns:a16="http://schemas.microsoft.com/office/drawing/2014/main" id="{C2A4F0DE-4595-46BE-9D30-0A5CE9DEA5F3}"/>
              </a:ext>
            </a:extLst>
          </p:cNvPr>
          <p:cNvSpPr>
            <a:spLocks noGrp="1"/>
          </p:cNvSpPr>
          <p:nvPr>
            <p:ph sz="half" idx="1"/>
          </p:nvPr>
        </p:nvSpPr>
        <p:spPr>
          <a:xfrm>
            <a:off x="685800" y="1409700"/>
            <a:ext cx="498348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 name="Title 1">
            <a:extLst>
              <a:ext uri="{FF2B5EF4-FFF2-40B4-BE49-F238E27FC236}">
                <a16:creationId xmlns:a16="http://schemas.microsoft.com/office/drawing/2014/main" id="{63496AF6-6143-470F-B5DE-71E5730DB232}"/>
              </a:ext>
            </a:extLst>
          </p:cNvPr>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39387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D700B0B-943A-4C8C-924F-3A6D26991E03}"/>
              </a:ext>
            </a:extLst>
          </p:cNvPr>
          <p:cNvSpPr>
            <a:spLocks noGrp="1"/>
          </p:cNvSpPr>
          <p:nvPr>
            <p:ph type="sldNum" sz="quarter" idx="12"/>
          </p:nvPr>
        </p:nvSpPr>
        <p:spPr/>
        <p:txBody>
          <a:bodyPr/>
          <a:lstStyle/>
          <a:p>
            <a:fld id="{00D53123-EF31-4C08-A865-932FC064F9C8}" type="slidenum">
              <a:rPr lang="en-CA" smtClean="0">
                <a:solidFill>
                  <a:srgbClr val="003168"/>
                </a:solidFill>
              </a:rPr>
              <a:pPr/>
              <a:t>‹#›</a:t>
            </a:fld>
            <a:endParaRPr lang="en-CA" dirty="0">
              <a:solidFill>
                <a:srgbClr val="003168"/>
              </a:solidFill>
            </a:endParaRPr>
          </a:p>
        </p:txBody>
      </p:sp>
      <p:sp>
        <p:nvSpPr>
          <p:cNvPr id="4" name="Content Placeholder 3">
            <a:extLst>
              <a:ext uri="{FF2B5EF4-FFF2-40B4-BE49-F238E27FC236}">
                <a16:creationId xmlns:a16="http://schemas.microsoft.com/office/drawing/2014/main" id="{4189D61D-B2CB-4351-B2CE-BEC948C2206F}"/>
              </a:ext>
            </a:extLst>
          </p:cNvPr>
          <p:cNvSpPr>
            <a:spLocks noGrp="1"/>
          </p:cNvSpPr>
          <p:nvPr>
            <p:ph sz="half" idx="2"/>
          </p:nvPr>
        </p:nvSpPr>
        <p:spPr>
          <a:xfrm>
            <a:off x="5912491" y="1409700"/>
            <a:ext cx="498348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Content Placeholder 2">
            <a:extLst>
              <a:ext uri="{FF2B5EF4-FFF2-40B4-BE49-F238E27FC236}">
                <a16:creationId xmlns:a16="http://schemas.microsoft.com/office/drawing/2014/main" id="{C2A4F0DE-4595-46BE-9D30-0A5CE9DEA5F3}"/>
              </a:ext>
            </a:extLst>
          </p:cNvPr>
          <p:cNvSpPr>
            <a:spLocks noGrp="1"/>
          </p:cNvSpPr>
          <p:nvPr>
            <p:ph sz="half" idx="1"/>
          </p:nvPr>
        </p:nvSpPr>
        <p:spPr>
          <a:xfrm>
            <a:off x="685800" y="1409700"/>
            <a:ext cx="498348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8" name="Text Placeholder 8">
            <a:extLst>
              <a:ext uri="{FF2B5EF4-FFF2-40B4-BE49-F238E27FC236}">
                <a16:creationId xmlns:a16="http://schemas.microsoft.com/office/drawing/2014/main" id="{5E5BAACF-42E7-4313-8482-1BE8FBA28CCE}"/>
              </a:ext>
            </a:extLst>
          </p:cNvPr>
          <p:cNvSpPr>
            <a:spLocks noGrp="1"/>
          </p:cNvSpPr>
          <p:nvPr>
            <p:ph type="body" sz="quarter" idx="14"/>
          </p:nvPr>
        </p:nvSpPr>
        <p:spPr>
          <a:xfrm>
            <a:off x="685800" y="776606"/>
            <a:ext cx="10210800" cy="414019"/>
          </a:xfrm>
        </p:spPr>
        <p:txBody>
          <a:bodyPr anchor="ctr" anchorCtr="0"/>
          <a:lstStyle/>
          <a:p>
            <a:pPr lvl="0"/>
            <a:r>
              <a:rPr lang="en-CA" dirty="0"/>
              <a:t>Edit Master text styles</a:t>
            </a:r>
          </a:p>
        </p:txBody>
      </p:sp>
      <p:sp>
        <p:nvSpPr>
          <p:cNvPr id="9" name="Title 1">
            <a:extLst>
              <a:ext uri="{FF2B5EF4-FFF2-40B4-BE49-F238E27FC236}">
                <a16:creationId xmlns:a16="http://schemas.microsoft.com/office/drawing/2014/main" id="{D089F7DF-4377-47A2-B733-FBEECC7CECFC}"/>
              </a:ext>
            </a:extLst>
          </p:cNvPr>
          <p:cNvSpPr>
            <a:spLocks noGrp="1"/>
          </p:cNvSpPr>
          <p:nvPr>
            <p:ph type="title"/>
          </p:nvPr>
        </p:nvSpPr>
        <p:spPr>
          <a:xfrm>
            <a:off x="685800" y="365126"/>
            <a:ext cx="10210800" cy="411480"/>
          </a:xfrm>
        </p:spPr>
        <p:txBody>
          <a:bodyPr/>
          <a:lstStyle/>
          <a:p>
            <a:r>
              <a:rPr lang="en-CA" dirty="0"/>
              <a:t>Click to edit Master title style</a:t>
            </a:r>
          </a:p>
        </p:txBody>
      </p:sp>
    </p:spTree>
    <p:extLst>
      <p:ext uri="{BB962C8B-B14F-4D97-AF65-F5344CB8AC3E}">
        <p14:creationId xmlns:p14="http://schemas.microsoft.com/office/powerpoint/2010/main" val="810592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E24EA7B4-4D5B-4374-8ADF-8CE8C85C5583}"/>
              </a:ext>
            </a:extLst>
          </p:cNvPr>
          <p:cNvSpPr>
            <a:spLocks noGrp="1"/>
          </p:cNvSpPr>
          <p:nvPr>
            <p:ph type="sldNum" sz="quarter" idx="12"/>
          </p:nvPr>
        </p:nvSpPr>
        <p:spPr/>
        <p:txBody>
          <a:bodyPr/>
          <a:lstStyle/>
          <a:p>
            <a:fld id="{00D53123-EF31-4C08-A865-932FC064F9C8}" type="slidenum">
              <a:rPr lang="en-CA" smtClean="0">
                <a:solidFill>
                  <a:srgbClr val="003168"/>
                </a:solidFill>
              </a:rPr>
              <a:pPr/>
              <a:t>‹#›</a:t>
            </a:fld>
            <a:endParaRPr lang="en-CA" dirty="0">
              <a:solidFill>
                <a:srgbClr val="003168"/>
              </a:solidFill>
            </a:endParaRPr>
          </a:p>
        </p:txBody>
      </p:sp>
      <p:sp>
        <p:nvSpPr>
          <p:cNvPr id="6" name="Content Placeholder 5">
            <a:extLst>
              <a:ext uri="{FF2B5EF4-FFF2-40B4-BE49-F238E27FC236}">
                <a16:creationId xmlns:a16="http://schemas.microsoft.com/office/drawing/2014/main" id="{CD4FE6BD-C2F4-4037-8365-E720049DBE67}"/>
              </a:ext>
            </a:extLst>
          </p:cNvPr>
          <p:cNvSpPr>
            <a:spLocks noGrp="1"/>
          </p:cNvSpPr>
          <p:nvPr>
            <p:ph sz="quarter" idx="4"/>
          </p:nvPr>
        </p:nvSpPr>
        <p:spPr>
          <a:xfrm>
            <a:off x="5913120" y="2261235"/>
            <a:ext cx="498348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Content Placeholder 3">
            <a:extLst>
              <a:ext uri="{FF2B5EF4-FFF2-40B4-BE49-F238E27FC236}">
                <a16:creationId xmlns:a16="http://schemas.microsoft.com/office/drawing/2014/main" id="{CE54A603-8F7B-4BCB-BC2F-DB5A0E87DAA2}"/>
              </a:ext>
            </a:extLst>
          </p:cNvPr>
          <p:cNvSpPr>
            <a:spLocks noGrp="1"/>
          </p:cNvSpPr>
          <p:nvPr>
            <p:ph sz="half" idx="2"/>
          </p:nvPr>
        </p:nvSpPr>
        <p:spPr>
          <a:xfrm>
            <a:off x="685800" y="2261235"/>
            <a:ext cx="498348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4">
            <a:extLst>
              <a:ext uri="{FF2B5EF4-FFF2-40B4-BE49-F238E27FC236}">
                <a16:creationId xmlns:a16="http://schemas.microsoft.com/office/drawing/2014/main" id="{A343060D-AFB6-433C-BE73-1F04E14AC8FD}"/>
              </a:ext>
            </a:extLst>
          </p:cNvPr>
          <p:cNvSpPr>
            <a:spLocks noGrp="1"/>
          </p:cNvSpPr>
          <p:nvPr>
            <p:ph type="body" sz="quarter" idx="3"/>
          </p:nvPr>
        </p:nvSpPr>
        <p:spPr>
          <a:xfrm>
            <a:off x="5913120" y="1414463"/>
            <a:ext cx="4983480" cy="6675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Text Placeholder 2">
            <a:extLst>
              <a:ext uri="{FF2B5EF4-FFF2-40B4-BE49-F238E27FC236}">
                <a16:creationId xmlns:a16="http://schemas.microsoft.com/office/drawing/2014/main" id="{5EF44CBC-F441-4476-A4E1-60F7D36AB932}"/>
              </a:ext>
            </a:extLst>
          </p:cNvPr>
          <p:cNvSpPr>
            <a:spLocks noGrp="1"/>
          </p:cNvSpPr>
          <p:nvPr>
            <p:ph type="body" idx="1"/>
          </p:nvPr>
        </p:nvSpPr>
        <p:spPr>
          <a:xfrm>
            <a:off x="685800" y="1414463"/>
            <a:ext cx="4983480" cy="6642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652ECCA9-C2A0-494B-B4A6-01B3147F6D95}"/>
              </a:ext>
            </a:extLst>
          </p:cNvPr>
          <p:cNvSpPr>
            <a:spLocks noGrp="1"/>
          </p:cNvSpPr>
          <p:nvPr>
            <p:ph type="title"/>
          </p:nvPr>
        </p:nvSpPr>
        <p:spPr>
          <a:xfrm>
            <a:off x="685800" y="365760"/>
            <a:ext cx="10213848" cy="795528"/>
          </a:xfrm>
        </p:spPr>
        <p:txBody>
          <a:bodyPr/>
          <a:lstStyle/>
          <a:p>
            <a:r>
              <a:rPr lang="en-US"/>
              <a:t>Click to edit Master title style</a:t>
            </a:r>
            <a:endParaRPr lang="en-CA" dirty="0"/>
          </a:p>
        </p:txBody>
      </p:sp>
    </p:spTree>
    <p:extLst>
      <p:ext uri="{BB962C8B-B14F-4D97-AF65-F5344CB8AC3E}">
        <p14:creationId xmlns:p14="http://schemas.microsoft.com/office/powerpoint/2010/main" val="28318234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E24EA7B4-4D5B-4374-8ADF-8CE8C85C5583}"/>
              </a:ext>
            </a:extLst>
          </p:cNvPr>
          <p:cNvSpPr>
            <a:spLocks noGrp="1"/>
          </p:cNvSpPr>
          <p:nvPr>
            <p:ph type="sldNum" sz="quarter" idx="12"/>
          </p:nvPr>
        </p:nvSpPr>
        <p:spPr/>
        <p:txBody>
          <a:bodyPr/>
          <a:lstStyle/>
          <a:p>
            <a:fld id="{00D53123-EF31-4C08-A865-932FC064F9C8}" type="slidenum">
              <a:rPr lang="en-CA" smtClean="0">
                <a:solidFill>
                  <a:srgbClr val="003168"/>
                </a:solidFill>
              </a:rPr>
              <a:pPr/>
              <a:t>‹#›</a:t>
            </a:fld>
            <a:endParaRPr lang="en-CA" dirty="0">
              <a:solidFill>
                <a:srgbClr val="003168"/>
              </a:solidFill>
            </a:endParaRPr>
          </a:p>
        </p:txBody>
      </p:sp>
      <p:sp>
        <p:nvSpPr>
          <p:cNvPr id="6" name="Content Placeholder 5">
            <a:extLst>
              <a:ext uri="{FF2B5EF4-FFF2-40B4-BE49-F238E27FC236}">
                <a16:creationId xmlns:a16="http://schemas.microsoft.com/office/drawing/2014/main" id="{CD4FE6BD-C2F4-4037-8365-E720049DBE67}"/>
              </a:ext>
            </a:extLst>
          </p:cNvPr>
          <p:cNvSpPr>
            <a:spLocks noGrp="1"/>
          </p:cNvSpPr>
          <p:nvPr>
            <p:ph sz="quarter" idx="4"/>
          </p:nvPr>
        </p:nvSpPr>
        <p:spPr>
          <a:xfrm>
            <a:off x="5913120" y="2261235"/>
            <a:ext cx="498348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Content Placeholder 3">
            <a:extLst>
              <a:ext uri="{FF2B5EF4-FFF2-40B4-BE49-F238E27FC236}">
                <a16:creationId xmlns:a16="http://schemas.microsoft.com/office/drawing/2014/main" id="{CE54A603-8F7B-4BCB-BC2F-DB5A0E87DAA2}"/>
              </a:ext>
            </a:extLst>
          </p:cNvPr>
          <p:cNvSpPr>
            <a:spLocks noGrp="1"/>
          </p:cNvSpPr>
          <p:nvPr>
            <p:ph sz="half" idx="2"/>
          </p:nvPr>
        </p:nvSpPr>
        <p:spPr>
          <a:xfrm>
            <a:off x="685800" y="2261235"/>
            <a:ext cx="498348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4">
            <a:extLst>
              <a:ext uri="{FF2B5EF4-FFF2-40B4-BE49-F238E27FC236}">
                <a16:creationId xmlns:a16="http://schemas.microsoft.com/office/drawing/2014/main" id="{A343060D-AFB6-433C-BE73-1F04E14AC8FD}"/>
              </a:ext>
            </a:extLst>
          </p:cNvPr>
          <p:cNvSpPr>
            <a:spLocks noGrp="1"/>
          </p:cNvSpPr>
          <p:nvPr>
            <p:ph type="body" sz="quarter" idx="3"/>
          </p:nvPr>
        </p:nvSpPr>
        <p:spPr>
          <a:xfrm>
            <a:off x="5913120" y="1414463"/>
            <a:ext cx="4983480" cy="6675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Text Placeholder 2">
            <a:extLst>
              <a:ext uri="{FF2B5EF4-FFF2-40B4-BE49-F238E27FC236}">
                <a16:creationId xmlns:a16="http://schemas.microsoft.com/office/drawing/2014/main" id="{5EF44CBC-F441-4476-A4E1-60F7D36AB932}"/>
              </a:ext>
            </a:extLst>
          </p:cNvPr>
          <p:cNvSpPr>
            <a:spLocks noGrp="1"/>
          </p:cNvSpPr>
          <p:nvPr>
            <p:ph type="body" idx="1"/>
          </p:nvPr>
        </p:nvSpPr>
        <p:spPr>
          <a:xfrm>
            <a:off x="685800" y="1414463"/>
            <a:ext cx="4983480" cy="6642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8">
            <a:extLst>
              <a:ext uri="{FF2B5EF4-FFF2-40B4-BE49-F238E27FC236}">
                <a16:creationId xmlns:a16="http://schemas.microsoft.com/office/drawing/2014/main" id="{5E5BAACF-42E7-4313-8482-1BE8FBA28CCE}"/>
              </a:ext>
            </a:extLst>
          </p:cNvPr>
          <p:cNvSpPr>
            <a:spLocks noGrp="1"/>
          </p:cNvSpPr>
          <p:nvPr>
            <p:ph type="body" sz="quarter" idx="14"/>
          </p:nvPr>
        </p:nvSpPr>
        <p:spPr>
          <a:xfrm>
            <a:off x="685800" y="776606"/>
            <a:ext cx="10210800" cy="414019"/>
          </a:xfrm>
        </p:spPr>
        <p:txBody>
          <a:bodyPr anchor="ctr" anchorCtr="0"/>
          <a:lstStyle/>
          <a:p>
            <a:pPr lvl="0"/>
            <a:r>
              <a:rPr lang="en-CA" dirty="0"/>
              <a:t>Edit Master text styles</a:t>
            </a:r>
          </a:p>
        </p:txBody>
      </p:sp>
      <p:sp>
        <p:nvSpPr>
          <p:cNvPr id="11" name="Title 1">
            <a:extLst>
              <a:ext uri="{FF2B5EF4-FFF2-40B4-BE49-F238E27FC236}">
                <a16:creationId xmlns:a16="http://schemas.microsoft.com/office/drawing/2014/main" id="{D089F7DF-4377-47A2-B733-FBEECC7CECFC}"/>
              </a:ext>
            </a:extLst>
          </p:cNvPr>
          <p:cNvSpPr>
            <a:spLocks noGrp="1"/>
          </p:cNvSpPr>
          <p:nvPr>
            <p:ph type="title"/>
          </p:nvPr>
        </p:nvSpPr>
        <p:spPr>
          <a:xfrm>
            <a:off x="685800" y="365126"/>
            <a:ext cx="10210800" cy="411480"/>
          </a:xfrm>
        </p:spPr>
        <p:txBody>
          <a:bodyPr/>
          <a:lstStyle/>
          <a:p>
            <a:r>
              <a:rPr lang="en-CA" dirty="0"/>
              <a:t>Click to edit Master title style</a:t>
            </a:r>
          </a:p>
        </p:txBody>
      </p:sp>
    </p:spTree>
    <p:extLst>
      <p:ext uri="{BB962C8B-B14F-4D97-AF65-F5344CB8AC3E}">
        <p14:creationId xmlns:p14="http://schemas.microsoft.com/office/powerpoint/2010/main" val="42050833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31D2E5A-599D-414F-ABC5-10659C2DC5E3}"/>
              </a:ext>
            </a:extLst>
          </p:cNvPr>
          <p:cNvSpPr>
            <a:spLocks noGrp="1"/>
          </p:cNvSpPr>
          <p:nvPr>
            <p:ph type="sldNum" sz="quarter" idx="12"/>
          </p:nvPr>
        </p:nvSpPr>
        <p:spPr/>
        <p:txBody>
          <a:bodyPr/>
          <a:lstStyle/>
          <a:p>
            <a:fld id="{00D53123-EF31-4C08-A865-932FC064F9C8}" type="slidenum">
              <a:rPr lang="en-CA" smtClean="0">
                <a:solidFill>
                  <a:srgbClr val="003168"/>
                </a:solidFill>
              </a:rPr>
              <a:pPr/>
              <a:t>‹#›</a:t>
            </a:fld>
            <a:endParaRPr lang="en-CA" dirty="0">
              <a:solidFill>
                <a:srgbClr val="003168"/>
              </a:solidFill>
            </a:endParaRPr>
          </a:p>
        </p:txBody>
      </p:sp>
      <p:sp>
        <p:nvSpPr>
          <p:cNvPr id="2" name="Title 1">
            <a:extLst>
              <a:ext uri="{FF2B5EF4-FFF2-40B4-BE49-F238E27FC236}">
                <a16:creationId xmlns:a16="http://schemas.microsoft.com/office/drawing/2014/main" id="{D089F7DF-4377-47A2-B733-FBEECC7CECFC}"/>
              </a:ext>
            </a:extLst>
          </p:cNvPr>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16180675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mp; Sub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31D2E5A-599D-414F-ABC5-10659C2DC5E3}"/>
              </a:ext>
            </a:extLst>
          </p:cNvPr>
          <p:cNvSpPr>
            <a:spLocks noGrp="1"/>
          </p:cNvSpPr>
          <p:nvPr>
            <p:ph type="sldNum" sz="quarter" idx="12"/>
          </p:nvPr>
        </p:nvSpPr>
        <p:spPr/>
        <p:txBody>
          <a:bodyPr/>
          <a:lstStyle/>
          <a:p>
            <a:fld id="{00D53123-EF31-4C08-A865-932FC064F9C8}" type="slidenum">
              <a:rPr lang="en-CA" smtClean="0">
                <a:solidFill>
                  <a:srgbClr val="003168"/>
                </a:solidFill>
              </a:rPr>
              <a:pPr/>
              <a:t>‹#›</a:t>
            </a:fld>
            <a:endParaRPr lang="en-CA" dirty="0">
              <a:solidFill>
                <a:srgbClr val="003168"/>
              </a:solidFill>
            </a:endParaRPr>
          </a:p>
        </p:txBody>
      </p:sp>
      <p:sp>
        <p:nvSpPr>
          <p:cNvPr id="6" name="Text Placeholder 8">
            <a:extLst>
              <a:ext uri="{FF2B5EF4-FFF2-40B4-BE49-F238E27FC236}">
                <a16:creationId xmlns:a16="http://schemas.microsoft.com/office/drawing/2014/main" id="{5E5BAACF-42E7-4313-8482-1BE8FBA28CCE}"/>
              </a:ext>
            </a:extLst>
          </p:cNvPr>
          <p:cNvSpPr>
            <a:spLocks noGrp="1"/>
          </p:cNvSpPr>
          <p:nvPr>
            <p:ph type="body" sz="quarter" idx="14"/>
          </p:nvPr>
        </p:nvSpPr>
        <p:spPr>
          <a:xfrm>
            <a:off x="685800" y="776606"/>
            <a:ext cx="10210800" cy="414019"/>
          </a:xfrm>
        </p:spPr>
        <p:txBody>
          <a:bodyPr anchor="ctr" anchorCtr="0"/>
          <a:lstStyle/>
          <a:p>
            <a:pPr lvl="0"/>
            <a:r>
              <a:rPr lang="en-CA" dirty="0"/>
              <a:t>Edit Master text styles</a:t>
            </a:r>
          </a:p>
        </p:txBody>
      </p:sp>
      <p:sp>
        <p:nvSpPr>
          <p:cNvPr id="7" name="Title 1">
            <a:extLst>
              <a:ext uri="{FF2B5EF4-FFF2-40B4-BE49-F238E27FC236}">
                <a16:creationId xmlns:a16="http://schemas.microsoft.com/office/drawing/2014/main" id="{D089F7DF-4377-47A2-B733-FBEECC7CECFC}"/>
              </a:ext>
            </a:extLst>
          </p:cNvPr>
          <p:cNvSpPr>
            <a:spLocks noGrp="1"/>
          </p:cNvSpPr>
          <p:nvPr>
            <p:ph type="title"/>
          </p:nvPr>
        </p:nvSpPr>
        <p:spPr>
          <a:xfrm>
            <a:off x="685800" y="365126"/>
            <a:ext cx="10210800" cy="411480"/>
          </a:xfrm>
        </p:spPr>
        <p:txBody>
          <a:bodyPr/>
          <a:lstStyle/>
          <a:p>
            <a:r>
              <a:rPr lang="en-CA" dirty="0"/>
              <a:t>Click to edit Master title style</a:t>
            </a:r>
          </a:p>
        </p:txBody>
      </p:sp>
    </p:spTree>
    <p:extLst>
      <p:ext uri="{BB962C8B-B14F-4D97-AF65-F5344CB8AC3E}">
        <p14:creationId xmlns:p14="http://schemas.microsoft.com/office/powerpoint/2010/main" val="3763181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Subtitle &amp; content">
    <p:spTree>
      <p:nvGrpSpPr>
        <p:cNvPr id="1" name=""/>
        <p:cNvGrpSpPr/>
        <p:nvPr/>
      </p:nvGrpSpPr>
      <p:grpSpPr>
        <a:xfrm>
          <a:off x="0" y="0"/>
          <a:ext cx="0" cy="0"/>
          <a:chOff x="0" y="0"/>
          <a:chExt cx="0" cy="0"/>
        </a:xfrm>
      </p:grpSpPr>
      <p:sp>
        <p:nvSpPr>
          <p:cNvPr id="2" name="Title 1"/>
          <p:cNvSpPr>
            <a:spLocks noGrp="1"/>
          </p:cNvSpPr>
          <p:nvPr>
            <p:ph type="title"/>
          </p:nvPr>
        </p:nvSpPr>
        <p:spPr>
          <a:xfrm>
            <a:off x="551715" y="382396"/>
            <a:ext cx="11077252" cy="363600"/>
          </a:xfrm>
        </p:spPr>
        <p:txBody>
          <a:bodyPr anchor="ctr" anchorCtr="0">
            <a:noAutofit/>
          </a:bodyPr>
          <a:lstStyle>
            <a:lvl1pPr>
              <a:defRPr sz="2800" b="1">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378581577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CAC619-033C-408E-24CD-1EF73C24A1A9}"/>
              </a:ext>
            </a:extLst>
          </p:cNvPr>
          <p:cNvSpPr>
            <a:spLocks noGrp="1"/>
          </p:cNvSpPr>
          <p:nvPr>
            <p:ph type="sldNum" sz="quarter" idx="10"/>
          </p:nvPr>
        </p:nvSpPr>
        <p:spPr/>
        <p:txBody>
          <a:bodyPr/>
          <a:lstStyle/>
          <a:p>
            <a:fld id="{00D53123-EF31-4C08-A865-932FC064F9C8}" type="slidenum">
              <a:rPr lang="en-CA" smtClean="0">
                <a:solidFill>
                  <a:srgbClr val="003168"/>
                </a:solidFill>
              </a:rPr>
              <a:pPr/>
              <a:t>‹#›</a:t>
            </a:fld>
            <a:endParaRPr lang="en-CA" dirty="0">
              <a:solidFill>
                <a:srgbClr val="003168"/>
              </a:solidFill>
            </a:endParaRPr>
          </a:p>
        </p:txBody>
      </p:sp>
    </p:spTree>
    <p:extLst>
      <p:ext uri="{BB962C8B-B14F-4D97-AF65-F5344CB8AC3E}">
        <p14:creationId xmlns:p14="http://schemas.microsoft.com/office/powerpoint/2010/main" val="4202935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BD57E6-D642-4633-BE8D-24D8B16FFC8C}"/>
              </a:ext>
            </a:extLst>
          </p:cNvPr>
          <p:cNvSpPr/>
          <p:nvPr userDrawn="1"/>
        </p:nvSpPr>
        <p:spPr>
          <a:xfrm>
            <a:off x="-9144" y="-9144"/>
            <a:ext cx="12207240" cy="12252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pic>
        <p:nvPicPr>
          <p:cNvPr id="10" name="Picture 9">
            <a:extLst>
              <a:ext uri="{FF2B5EF4-FFF2-40B4-BE49-F238E27FC236}">
                <a16:creationId xmlns:a16="http://schemas.microsoft.com/office/drawing/2014/main" id="{053C1ACB-A81A-4CEE-922C-A7F5AA1EBEDA}"/>
              </a:ext>
            </a:extLst>
          </p:cNvPr>
          <p:cNvPicPr>
            <a:picLocks noChangeAspect="1"/>
          </p:cNvPicPr>
          <p:nvPr userDrawn="1"/>
        </p:nvPicPr>
        <p:blipFill>
          <a:blip r:embed="rId19"/>
          <a:stretch>
            <a:fillRect/>
          </a:stretch>
        </p:blipFill>
        <p:spPr>
          <a:xfrm>
            <a:off x="11283696" y="5795010"/>
            <a:ext cx="728379" cy="789839"/>
          </a:xfrm>
          <a:prstGeom prst="rect">
            <a:avLst/>
          </a:prstGeom>
        </p:spPr>
      </p:pic>
      <p:sp>
        <p:nvSpPr>
          <p:cNvPr id="6" name="Slide Number Placeholder 5">
            <a:extLst>
              <a:ext uri="{FF2B5EF4-FFF2-40B4-BE49-F238E27FC236}">
                <a16:creationId xmlns:a16="http://schemas.microsoft.com/office/drawing/2014/main" id="{1565CCC4-AF7B-49EE-BDA4-ACAA8915851B}"/>
              </a:ext>
            </a:extLst>
          </p:cNvPr>
          <p:cNvSpPr>
            <a:spLocks noGrp="1"/>
          </p:cNvSpPr>
          <p:nvPr userDrawn="1">
            <p:ph type="sldNum" sz="quarter" idx="4"/>
          </p:nvPr>
        </p:nvSpPr>
        <p:spPr>
          <a:xfrm>
            <a:off x="5847988" y="6407602"/>
            <a:ext cx="492975" cy="182880"/>
          </a:xfrm>
          <a:prstGeom prst="rect">
            <a:avLst/>
          </a:prstGeom>
          <a:noFill/>
        </p:spPr>
        <p:txBody>
          <a:bodyPr vert="horz" lIns="0" tIns="0" rIns="0" bIns="0" rtlCol="0" anchor="ctr"/>
          <a:lstStyle>
            <a:lvl1pPr algn="ctr">
              <a:defRPr sz="1000">
                <a:solidFill>
                  <a:schemeClr val="accent1"/>
                </a:solidFill>
              </a:defRPr>
            </a:lvl1pPr>
          </a:lstStyle>
          <a:p>
            <a:fld id="{00D53123-EF31-4C08-A865-932FC064F9C8}" type="slidenum">
              <a:rPr lang="en-CA" smtClean="0">
                <a:solidFill>
                  <a:srgbClr val="003168"/>
                </a:solidFill>
              </a:rPr>
              <a:pPr/>
              <a:t>‹#›</a:t>
            </a:fld>
            <a:endParaRPr lang="en-CA" dirty="0">
              <a:solidFill>
                <a:srgbClr val="003168"/>
              </a:solidFill>
            </a:endParaRPr>
          </a:p>
        </p:txBody>
      </p:sp>
      <p:sp>
        <p:nvSpPr>
          <p:cNvPr id="3" name="Text Placeholder 2">
            <a:extLst>
              <a:ext uri="{FF2B5EF4-FFF2-40B4-BE49-F238E27FC236}">
                <a16:creationId xmlns:a16="http://schemas.microsoft.com/office/drawing/2014/main" id="{89A319DE-B60D-42AD-BAA6-1D3621150E68}"/>
              </a:ext>
            </a:extLst>
          </p:cNvPr>
          <p:cNvSpPr>
            <a:spLocks noGrp="1"/>
          </p:cNvSpPr>
          <p:nvPr userDrawn="1">
            <p:ph type="body" idx="1"/>
          </p:nvPr>
        </p:nvSpPr>
        <p:spPr>
          <a:xfrm>
            <a:off x="685800" y="1418665"/>
            <a:ext cx="10212323" cy="4524935"/>
          </a:xfrm>
          <a:prstGeom prst="rect">
            <a:avLst/>
          </a:prstGeom>
        </p:spPr>
        <p:txBody>
          <a:bodyPr vert="horz" lIns="0" tIns="0" rIns="0" bIns="0" rtlCol="0">
            <a:normAutofit/>
          </a:bodyPr>
          <a:lstStyle/>
          <a:p>
            <a:pPr lvl="0"/>
            <a:r>
              <a:rPr lang="en-CA" noProof="0"/>
              <a:t>Edit Master text styles</a:t>
            </a:r>
          </a:p>
          <a:p>
            <a:pPr lvl="1"/>
            <a:r>
              <a:rPr lang="en-CA" noProof="0"/>
              <a:t>Second level</a:t>
            </a:r>
          </a:p>
          <a:p>
            <a:pPr lvl="2"/>
            <a:r>
              <a:rPr lang="en-CA" noProof="0"/>
              <a:t>Third level</a:t>
            </a:r>
          </a:p>
          <a:p>
            <a:pPr lvl="3"/>
            <a:r>
              <a:rPr lang="en-CA" noProof="0"/>
              <a:t>Fourth level</a:t>
            </a:r>
          </a:p>
          <a:p>
            <a:pPr lvl="4"/>
            <a:r>
              <a:rPr lang="en-CA" noProof="0"/>
              <a:t>Fifth level</a:t>
            </a:r>
          </a:p>
        </p:txBody>
      </p:sp>
      <p:sp>
        <p:nvSpPr>
          <p:cNvPr id="2" name="Title Placeholder 1">
            <a:extLst>
              <a:ext uri="{FF2B5EF4-FFF2-40B4-BE49-F238E27FC236}">
                <a16:creationId xmlns:a16="http://schemas.microsoft.com/office/drawing/2014/main" id="{57A4EE2F-F924-4236-8548-F7973D50D790}"/>
              </a:ext>
            </a:extLst>
          </p:cNvPr>
          <p:cNvSpPr>
            <a:spLocks noGrp="1"/>
          </p:cNvSpPr>
          <p:nvPr userDrawn="1">
            <p:ph type="title"/>
          </p:nvPr>
        </p:nvSpPr>
        <p:spPr>
          <a:xfrm>
            <a:off x="685800" y="365126"/>
            <a:ext cx="10210800" cy="798046"/>
          </a:xfrm>
          <a:prstGeom prst="rect">
            <a:avLst/>
          </a:prstGeom>
        </p:spPr>
        <p:txBody>
          <a:bodyPr vert="horz" lIns="0" tIns="0" rIns="0" bIns="0" rtlCol="0" anchor="ctr">
            <a:normAutofit/>
          </a:bodyPr>
          <a:lstStyle/>
          <a:p>
            <a:r>
              <a:rPr lang="en-US" noProof="0"/>
              <a:t>Click to edit Master title style</a:t>
            </a:r>
            <a:endParaRPr lang="en-CA" noProof="0" dirty="0"/>
          </a:p>
        </p:txBody>
      </p:sp>
      <p:pic>
        <p:nvPicPr>
          <p:cNvPr id="11" name="Picture 10"/>
          <p:cNvPicPr>
            <a:picLocks noChangeAspect="1"/>
          </p:cNvPicPr>
          <p:nvPr userDrawn="1"/>
        </p:nvPicPr>
        <p:blipFill>
          <a:blip r:embed="rId20" cstate="screen">
            <a:extLst>
              <a:ext uri="{28A0092B-C50C-407E-A947-70E740481C1C}">
                <a14:useLocalDpi xmlns:a14="http://schemas.microsoft.com/office/drawing/2010/main"/>
              </a:ext>
            </a:extLst>
          </a:blip>
          <a:stretch>
            <a:fillRect/>
          </a:stretch>
        </p:blipFill>
        <p:spPr>
          <a:xfrm>
            <a:off x="674042" y="6448283"/>
            <a:ext cx="1870819" cy="136566"/>
          </a:xfrm>
          <a:prstGeom prst="rect">
            <a:avLst/>
          </a:prstGeom>
        </p:spPr>
      </p:pic>
      <p:sp>
        <p:nvSpPr>
          <p:cNvPr id="12" name="Date Placeholder 2">
            <a:extLst>
              <a:ext uri="{FF2B5EF4-FFF2-40B4-BE49-F238E27FC236}">
                <a16:creationId xmlns:a16="http://schemas.microsoft.com/office/drawing/2014/main" id="{05AF1435-DAFD-43AB-98A5-C92AA7D5CB02}"/>
              </a:ext>
            </a:extLst>
          </p:cNvPr>
          <p:cNvSpPr txBox="1">
            <a:spLocks/>
          </p:cNvSpPr>
          <p:nvPr userDrawn="1"/>
        </p:nvSpPr>
        <p:spPr>
          <a:xfrm>
            <a:off x="7956275" y="6404293"/>
            <a:ext cx="2940325" cy="194578"/>
          </a:xfrm>
          <a:prstGeom prst="rect">
            <a:avLst/>
          </a:prstGeom>
        </p:spPr>
        <p:txBody>
          <a:bodyPr vert="horz" lIns="0" tIns="0" rIns="0" bIns="0" rtlCol="0" anchor="ctr"/>
          <a:lstStyle>
            <a:defPPr>
              <a:defRPr lang="en-CA"/>
            </a:defPPr>
            <a:lvl1pPr marL="0" algn="l" defTabSz="914400" rtl="0" eaLnBrk="1" latinLnBrk="0" hangingPunct="1">
              <a:defRPr sz="1000" kern="1200">
                <a:solidFill>
                  <a:schemeClr val="bg1"/>
                </a:solidFill>
                <a:effectLst>
                  <a:outerShdw blurRad="38100" dist="38100" dir="2700000" algn="tl">
                    <a:srgbClr val="000000">
                      <a:alpha val="43137"/>
                    </a:srgbClr>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CA" i="1" dirty="0">
                <a:solidFill>
                  <a:srgbClr val="000000"/>
                </a:solidFill>
                <a:effectLst/>
              </a:rPr>
              <a:t>For internal use only</a:t>
            </a:r>
          </a:p>
        </p:txBody>
      </p:sp>
    </p:spTree>
    <p:extLst>
      <p:ext uri="{BB962C8B-B14F-4D97-AF65-F5344CB8AC3E}">
        <p14:creationId xmlns:p14="http://schemas.microsoft.com/office/powerpoint/2010/main" val="1904971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8" r:id="rId16"/>
    <p:sldLayoutId id="2147483679" r:id="rId17"/>
  </p:sldLayoutIdLst>
  <p:hf hdr="0" ftr="0"/>
  <p:txStyles>
    <p:titleStyle>
      <a:lvl1pPr algn="l" defTabSz="9144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90000"/>
        </a:lnSpc>
        <a:spcBef>
          <a:spcPts val="1000"/>
        </a:spcBef>
        <a:buFontTx/>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457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914400" indent="-228600" algn="l" defTabSz="914400" rtl="0" eaLnBrk="1" latinLnBrk="0"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A"/>
      </a:defPPr>
      <a:lvl1pPr marL="0" algn="l" defTabSz="914400" rtl="0" eaLnBrk="1" latinLnBrk="0" hangingPunct="1">
        <a:defRPr sz="1200" kern="1200">
          <a:solidFill>
            <a:schemeClr val="tx1"/>
          </a:solidFill>
          <a:latin typeface="+mn-lt"/>
          <a:ea typeface="+mn-ea"/>
          <a:cs typeface="+mn-cs"/>
        </a:defRPr>
      </a:lvl1pPr>
      <a:lvl2pPr marL="0" algn="r" defTabSz="914400" rtl="0" eaLnBrk="1" latinLnBrk="0" hangingPunct="1">
        <a:defRPr sz="1200" kern="1200">
          <a:solidFill>
            <a:schemeClr val="tx1"/>
          </a:solidFill>
          <a:latin typeface="+mn-lt"/>
          <a:ea typeface="+mn-ea"/>
          <a:cs typeface="+mn-cs"/>
        </a:defRPr>
      </a:lvl2pPr>
      <a:lvl3pPr marL="0" algn="ctr" defTabSz="914400" rtl="0" eaLnBrk="1" latinLnBrk="0" hangingPunct="1">
        <a:defRPr sz="1200" kern="1200">
          <a:solidFill>
            <a:schemeClr val="tx1"/>
          </a:solidFill>
          <a:latin typeface="+mn-lt"/>
          <a:ea typeface="+mn-ea"/>
          <a:cs typeface="+mn-cs"/>
        </a:defRPr>
      </a:lvl3pPr>
      <a:lvl4pPr marL="0" algn="l" defTabSz="914400" rtl="0" eaLnBrk="1" latinLnBrk="0" hangingPunct="1">
        <a:defRPr sz="1200" kern="1200">
          <a:solidFill>
            <a:schemeClr val="tx1"/>
          </a:solidFill>
          <a:latin typeface="+mn-lt"/>
          <a:ea typeface="+mn-ea"/>
          <a:cs typeface="+mn-cs"/>
        </a:defRPr>
      </a:lvl4pPr>
      <a:lvl5pPr marL="0" algn="l" defTabSz="914400" rtl="0" eaLnBrk="1" latinLnBrk="0" hangingPunct="1">
        <a:defRPr sz="1200" kern="1200">
          <a:solidFill>
            <a:schemeClr val="tx1"/>
          </a:solidFill>
          <a:latin typeface="+mn-lt"/>
          <a:ea typeface="+mn-ea"/>
          <a:cs typeface="+mn-cs"/>
        </a:defRPr>
      </a:lvl5pPr>
      <a:lvl6pPr marL="0" algn="l" defTabSz="914400" rtl="0" eaLnBrk="1" latinLnBrk="0" hangingPunct="1">
        <a:defRPr sz="1200" kern="1200">
          <a:solidFill>
            <a:schemeClr val="tx1"/>
          </a:solidFill>
          <a:latin typeface="+mn-lt"/>
          <a:ea typeface="+mn-ea"/>
          <a:cs typeface="+mn-cs"/>
        </a:defRPr>
      </a:lvl6pPr>
      <a:lvl7pPr marL="0" algn="l" defTabSz="914400" rtl="0" eaLnBrk="1" latinLnBrk="0" hangingPunct="1">
        <a:defRPr sz="1200" kern="1200">
          <a:solidFill>
            <a:schemeClr val="tx1"/>
          </a:solidFill>
          <a:latin typeface="+mn-lt"/>
          <a:ea typeface="+mn-ea"/>
          <a:cs typeface="+mn-cs"/>
        </a:defRPr>
      </a:lvl7pPr>
      <a:lvl8pPr marL="0" algn="l" defTabSz="914400" rtl="0" eaLnBrk="1" latinLnBrk="0" hangingPunct="1">
        <a:defRPr sz="1200" kern="1200">
          <a:solidFill>
            <a:schemeClr val="tx1"/>
          </a:solidFill>
          <a:latin typeface="+mn-lt"/>
          <a:ea typeface="+mn-ea"/>
          <a:cs typeface="+mn-cs"/>
        </a:defRPr>
      </a:lvl8pPr>
      <a:lvl9pPr marL="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6864">
          <p15:clr>
            <a:srgbClr val="F26B43"/>
          </p15:clr>
        </p15:guide>
        <p15:guide id="5" orient="horz" pos="888">
          <p15:clr>
            <a:srgbClr val="F26B43"/>
          </p15:clr>
        </p15:guide>
        <p15:guide id="6" orient="horz" pos="412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rbc-confluence.fg.rbc.com/pages/viewpage.action?pageId=962059604" TargetMode="Externa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diagramColors" Target="../diagrams/colors3.xml"/><Relationship Id="rId11" Type="http://schemas.openxmlformats.org/officeDocument/2006/relationships/hyperlink" Target="https://rbc-confluence.fg.rbc.com/display/~356394155/ICP0+-+Restarting+IAP+PCF+Instance" TargetMode="External"/><Relationship Id="rId5" Type="http://schemas.openxmlformats.org/officeDocument/2006/relationships/diagramQuickStyle" Target="../diagrams/quickStyle3.xml"/><Relationship Id="rId10" Type="http://schemas.openxmlformats.org/officeDocument/2006/relationships/hyperlink" Target="https://rbc-confluence.fg.rbc.com/display/~356394155/ICP0+-+Token+Renewal+for+PCF+Instance" TargetMode="External"/><Relationship Id="rId4" Type="http://schemas.openxmlformats.org/officeDocument/2006/relationships/diagramLayout" Target="../diagrams/layout3.xml"/><Relationship Id="rId9" Type="http://schemas.openxmlformats.org/officeDocument/2006/relationships/hyperlink" Target="https://rbc-confluence.fg.rbc.com/pages/viewpage.action?pageId=986144794"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9.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AA38734-33E8-187B-1E36-35732B5FB801}"/>
              </a:ext>
            </a:extLst>
          </p:cNvPr>
          <p:cNvSpPr>
            <a:spLocks noGrp="1"/>
          </p:cNvSpPr>
          <p:nvPr>
            <p:ph type="body" sz="quarter" idx="14"/>
          </p:nvPr>
        </p:nvSpPr>
        <p:spPr/>
        <p:txBody>
          <a:bodyPr/>
          <a:lstStyle/>
          <a:p>
            <a:r>
              <a:rPr lang="en-US" dirty="0"/>
              <a:t>Jediel Antalan, Software Developer</a:t>
            </a:r>
          </a:p>
        </p:txBody>
      </p:sp>
      <p:sp>
        <p:nvSpPr>
          <p:cNvPr id="2" name="Subtitle 1">
            <a:extLst>
              <a:ext uri="{FF2B5EF4-FFF2-40B4-BE49-F238E27FC236}">
                <a16:creationId xmlns:a16="http://schemas.microsoft.com/office/drawing/2014/main" id="{BF2D7E5F-2AA3-9080-CD20-37EE5037EF8E}"/>
              </a:ext>
            </a:extLst>
          </p:cNvPr>
          <p:cNvSpPr>
            <a:spLocks noGrp="1"/>
          </p:cNvSpPr>
          <p:nvPr>
            <p:ph type="subTitle" idx="1"/>
          </p:nvPr>
        </p:nvSpPr>
        <p:spPr/>
        <p:txBody>
          <a:bodyPr/>
          <a:lstStyle/>
          <a:p>
            <a:r>
              <a:rPr lang="en-US" dirty="0"/>
              <a:t>GAM Digital</a:t>
            </a:r>
          </a:p>
        </p:txBody>
      </p:sp>
      <p:sp>
        <p:nvSpPr>
          <p:cNvPr id="3" name="Title 2">
            <a:extLst>
              <a:ext uri="{FF2B5EF4-FFF2-40B4-BE49-F238E27FC236}">
                <a16:creationId xmlns:a16="http://schemas.microsoft.com/office/drawing/2014/main" id="{ACC8A46A-EE5F-99A0-3A21-9AE8CA96335D}"/>
              </a:ext>
            </a:extLst>
          </p:cNvPr>
          <p:cNvSpPr>
            <a:spLocks noGrp="1"/>
          </p:cNvSpPr>
          <p:nvPr>
            <p:ph type="ctrTitle"/>
          </p:nvPr>
        </p:nvSpPr>
        <p:spPr/>
        <p:txBody>
          <a:bodyPr>
            <a:normAutofit/>
          </a:bodyPr>
          <a:lstStyle/>
          <a:p>
            <a:r>
              <a:rPr lang="en-US" sz="4000" b="1"/>
              <a:t>Fall 2024 </a:t>
            </a:r>
            <a:r>
              <a:rPr lang="en-US" sz="4000" b="1" dirty="0"/>
              <a:t>Co-op Term Wrap-up</a:t>
            </a:r>
          </a:p>
        </p:txBody>
      </p:sp>
      <p:sp>
        <p:nvSpPr>
          <p:cNvPr id="5" name="Date Placeholder 4">
            <a:extLst>
              <a:ext uri="{FF2B5EF4-FFF2-40B4-BE49-F238E27FC236}">
                <a16:creationId xmlns:a16="http://schemas.microsoft.com/office/drawing/2014/main" id="{C6F47136-593C-45C2-3D6E-341E129E46C4}"/>
              </a:ext>
            </a:extLst>
          </p:cNvPr>
          <p:cNvSpPr>
            <a:spLocks noGrp="1"/>
          </p:cNvSpPr>
          <p:nvPr>
            <p:ph type="dt" sz="half" idx="10"/>
          </p:nvPr>
        </p:nvSpPr>
        <p:spPr/>
        <p:txBody>
          <a:bodyPr/>
          <a:lstStyle/>
          <a:p>
            <a:r>
              <a:rPr lang="en-CA" dirty="0"/>
              <a:t>December 11, 2024</a:t>
            </a:r>
          </a:p>
        </p:txBody>
      </p:sp>
    </p:spTree>
    <p:extLst>
      <p:ext uri="{BB962C8B-B14F-4D97-AF65-F5344CB8AC3E}">
        <p14:creationId xmlns:p14="http://schemas.microsoft.com/office/powerpoint/2010/main" val="819527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2FED73-2C12-BACB-F336-544101DAA74A}"/>
              </a:ext>
            </a:extLst>
          </p:cNvPr>
          <p:cNvSpPr>
            <a:spLocks noGrp="1"/>
          </p:cNvSpPr>
          <p:nvPr>
            <p:ph type="sldNum" sz="quarter" idx="12"/>
          </p:nvPr>
        </p:nvSpPr>
        <p:spPr>
          <a:xfrm>
            <a:off x="5847988" y="6407602"/>
            <a:ext cx="492975" cy="182880"/>
          </a:xfrm>
        </p:spPr>
        <p:txBody>
          <a:bodyPr anchor="ctr">
            <a:normAutofit/>
          </a:bodyPr>
          <a:lstStyle/>
          <a:p>
            <a:pPr>
              <a:spcAft>
                <a:spcPts val="600"/>
              </a:spcAft>
            </a:pPr>
            <a:fld id="{00D53123-EF31-4C08-A865-932FC064F9C8}" type="slidenum">
              <a:rPr lang="en-CA" smtClean="0">
                <a:solidFill>
                  <a:srgbClr val="003168"/>
                </a:solidFill>
              </a:rPr>
              <a:pPr>
                <a:spcAft>
                  <a:spcPts val="600"/>
                </a:spcAft>
              </a:pPr>
              <a:t>2</a:t>
            </a:fld>
            <a:endParaRPr lang="en-CA">
              <a:solidFill>
                <a:srgbClr val="003168"/>
              </a:solidFill>
            </a:endParaRPr>
          </a:p>
        </p:txBody>
      </p:sp>
      <p:sp>
        <p:nvSpPr>
          <p:cNvPr id="11" name="Text Placeholder 10">
            <a:extLst>
              <a:ext uri="{FF2B5EF4-FFF2-40B4-BE49-F238E27FC236}">
                <a16:creationId xmlns:a16="http://schemas.microsoft.com/office/drawing/2014/main" id="{3A811C2C-6244-B3B5-ECEE-DD1AB2414816}"/>
              </a:ext>
            </a:extLst>
          </p:cNvPr>
          <p:cNvSpPr>
            <a:spLocks noGrp="1"/>
          </p:cNvSpPr>
          <p:nvPr>
            <p:ph type="body" sz="quarter" idx="14"/>
          </p:nvPr>
        </p:nvSpPr>
        <p:spPr>
          <a:xfrm>
            <a:off x="685800" y="776606"/>
            <a:ext cx="10210800" cy="414019"/>
          </a:xfrm>
        </p:spPr>
        <p:txBody>
          <a:bodyPr anchor="ctr">
            <a:normAutofit/>
          </a:bodyPr>
          <a:lstStyle/>
          <a:p>
            <a:pPr algn="ctr"/>
            <a:r>
              <a:rPr lang="en-US" sz="2400" b="1" dirty="0"/>
              <a:t>Key Highlights</a:t>
            </a:r>
          </a:p>
        </p:txBody>
      </p:sp>
      <p:sp>
        <p:nvSpPr>
          <p:cNvPr id="12" name="Title 4">
            <a:extLst>
              <a:ext uri="{FF2B5EF4-FFF2-40B4-BE49-F238E27FC236}">
                <a16:creationId xmlns:a16="http://schemas.microsoft.com/office/drawing/2014/main" id="{EC7F7E99-9C35-C6C9-D77A-FA713765E346}"/>
              </a:ext>
            </a:extLst>
          </p:cNvPr>
          <p:cNvSpPr>
            <a:spLocks noGrp="1"/>
          </p:cNvSpPr>
          <p:nvPr>
            <p:ph type="title"/>
          </p:nvPr>
        </p:nvSpPr>
        <p:spPr>
          <a:xfrm>
            <a:off x="685800" y="267518"/>
            <a:ext cx="10210800" cy="509088"/>
          </a:xfrm>
        </p:spPr>
        <p:txBody>
          <a:bodyPr anchor="ctr">
            <a:normAutofit/>
          </a:bodyPr>
          <a:lstStyle/>
          <a:p>
            <a:pPr algn="ctr"/>
            <a:r>
              <a:rPr lang="en-US" sz="3600" b="1" dirty="0"/>
              <a:t>At a Glance</a:t>
            </a:r>
          </a:p>
        </p:txBody>
      </p:sp>
      <p:graphicFrame>
        <p:nvGraphicFramePr>
          <p:cNvPr id="15" name="Content Placeholder 9">
            <a:extLst>
              <a:ext uri="{FF2B5EF4-FFF2-40B4-BE49-F238E27FC236}">
                <a16:creationId xmlns:a16="http://schemas.microsoft.com/office/drawing/2014/main" id="{2788C854-BFA3-997E-8B4E-CE3C18FF99A2}"/>
              </a:ext>
            </a:extLst>
          </p:cNvPr>
          <p:cNvGraphicFramePr>
            <a:graphicFrameLocks noGrp="1"/>
          </p:cNvGraphicFramePr>
          <p:nvPr>
            <p:ph idx="1"/>
            <p:extLst>
              <p:ext uri="{D42A27DB-BD31-4B8C-83A1-F6EECF244321}">
                <p14:modId xmlns:p14="http://schemas.microsoft.com/office/powerpoint/2010/main" val="276498129"/>
              </p:ext>
            </p:extLst>
          </p:nvPr>
        </p:nvGraphicFramePr>
        <p:xfrm>
          <a:off x="685800" y="1418665"/>
          <a:ext cx="10212323" cy="45249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4289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509412-FB4B-EAA9-D5E7-BD0007B3B819}"/>
              </a:ext>
            </a:extLst>
          </p:cNvPr>
          <p:cNvSpPr>
            <a:spLocks noGrp="1"/>
          </p:cNvSpPr>
          <p:nvPr>
            <p:ph type="sldNum" sz="quarter" idx="12"/>
          </p:nvPr>
        </p:nvSpPr>
        <p:spPr>
          <a:xfrm>
            <a:off x="5847988" y="6407602"/>
            <a:ext cx="492975" cy="182880"/>
          </a:xfrm>
        </p:spPr>
        <p:txBody>
          <a:bodyPr anchor="ctr">
            <a:normAutofit/>
          </a:bodyPr>
          <a:lstStyle/>
          <a:p>
            <a:pPr>
              <a:spcAft>
                <a:spcPts val="600"/>
              </a:spcAft>
            </a:pPr>
            <a:fld id="{00D53123-EF31-4C08-A865-932FC064F9C8}" type="slidenum">
              <a:rPr lang="en-CA" smtClean="0">
                <a:solidFill>
                  <a:srgbClr val="003168"/>
                </a:solidFill>
              </a:rPr>
              <a:pPr>
                <a:spcAft>
                  <a:spcPts val="600"/>
                </a:spcAft>
              </a:pPr>
              <a:t>3</a:t>
            </a:fld>
            <a:endParaRPr lang="en-CA">
              <a:solidFill>
                <a:srgbClr val="003168"/>
              </a:solidFill>
            </a:endParaRPr>
          </a:p>
        </p:txBody>
      </p:sp>
      <p:sp>
        <p:nvSpPr>
          <p:cNvPr id="4" name="Text Placeholder 3">
            <a:extLst>
              <a:ext uri="{FF2B5EF4-FFF2-40B4-BE49-F238E27FC236}">
                <a16:creationId xmlns:a16="http://schemas.microsoft.com/office/drawing/2014/main" id="{8D6FAAA7-B232-0A1A-57C2-D95DECE55670}"/>
              </a:ext>
            </a:extLst>
          </p:cNvPr>
          <p:cNvSpPr>
            <a:spLocks noGrp="1"/>
          </p:cNvSpPr>
          <p:nvPr>
            <p:ph type="body" sz="quarter" idx="14"/>
          </p:nvPr>
        </p:nvSpPr>
        <p:spPr>
          <a:xfrm>
            <a:off x="685800" y="776606"/>
            <a:ext cx="10210800" cy="414019"/>
          </a:xfrm>
        </p:spPr>
        <p:txBody>
          <a:bodyPr anchor="ctr">
            <a:normAutofit/>
          </a:bodyPr>
          <a:lstStyle/>
          <a:p>
            <a:pPr algn="ctr"/>
            <a:r>
              <a:rPr lang="en-US" sz="2400" b="1" dirty="0"/>
              <a:t>Advancements</a:t>
            </a:r>
          </a:p>
        </p:txBody>
      </p:sp>
      <p:sp>
        <p:nvSpPr>
          <p:cNvPr id="5" name="Title 4">
            <a:extLst>
              <a:ext uri="{FF2B5EF4-FFF2-40B4-BE49-F238E27FC236}">
                <a16:creationId xmlns:a16="http://schemas.microsoft.com/office/drawing/2014/main" id="{94F82758-ACD6-FCFE-C956-CB0197156E53}"/>
              </a:ext>
            </a:extLst>
          </p:cNvPr>
          <p:cNvSpPr>
            <a:spLocks noGrp="1"/>
          </p:cNvSpPr>
          <p:nvPr>
            <p:ph type="title"/>
          </p:nvPr>
        </p:nvSpPr>
        <p:spPr>
          <a:xfrm>
            <a:off x="685800" y="267518"/>
            <a:ext cx="10210800" cy="509088"/>
          </a:xfrm>
        </p:spPr>
        <p:txBody>
          <a:bodyPr anchor="ctr">
            <a:normAutofit/>
          </a:bodyPr>
          <a:lstStyle/>
          <a:p>
            <a:pPr algn="ctr"/>
            <a:r>
              <a:rPr lang="en-US" sz="3600" b="1" dirty="0"/>
              <a:t>At a Glance</a:t>
            </a:r>
          </a:p>
        </p:txBody>
      </p:sp>
      <p:graphicFrame>
        <p:nvGraphicFramePr>
          <p:cNvPr id="7" name="Content Placeholder 1">
            <a:extLst>
              <a:ext uri="{FF2B5EF4-FFF2-40B4-BE49-F238E27FC236}">
                <a16:creationId xmlns:a16="http://schemas.microsoft.com/office/drawing/2014/main" id="{C3066BC4-BB78-261E-B4FF-0BE3D0BFD351}"/>
              </a:ext>
            </a:extLst>
          </p:cNvPr>
          <p:cNvGraphicFramePr>
            <a:graphicFrameLocks noGrp="1"/>
          </p:cNvGraphicFramePr>
          <p:nvPr>
            <p:ph idx="1"/>
            <p:extLst>
              <p:ext uri="{D42A27DB-BD31-4B8C-83A1-F6EECF244321}">
                <p14:modId xmlns:p14="http://schemas.microsoft.com/office/powerpoint/2010/main" val="1229925218"/>
              </p:ext>
            </p:extLst>
          </p:nvPr>
        </p:nvGraphicFramePr>
        <p:xfrm>
          <a:off x="685800" y="1418665"/>
          <a:ext cx="10212323" cy="45249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4851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AC966D-F912-9C80-46D5-8E860A150EA5}"/>
              </a:ext>
            </a:extLst>
          </p:cNvPr>
          <p:cNvSpPr>
            <a:spLocks noGrp="1"/>
          </p:cNvSpPr>
          <p:nvPr>
            <p:ph type="sldNum" sz="quarter" idx="12"/>
          </p:nvPr>
        </p:nvSpPr>
        <p:spPr>
          <a:xfrm>
            <a:off x="5847988" y="6407602"/>
            <a:ext cx="492975" cy="182880"/>
          </a:xfrm>
        </p:spPr>
        <p:txBody>
          <a:bodyPr anchor="ctr">
            <a:normAutofit/>
          </a:bodyPr>
          <a:lstStyle/>
          <a:p>
            <a:pPr>
              <a:spcAft>
                <a:spcPts val="600"/>
              </a:spcAft>
            </a:pPr>
            <a:fld id="{00D53123-EF31-4C08-A865-932FC064F9C8}" type="slidenum">
              <a:rPr lang="en-CA" smtClean="0">
                <a:solidFill>
                  <a:srgbClr val="003168"/>
                </a:solidFill>
              </a:rPr>
              <a:pPr>
                <a:spcAft>
                  <a:spcPts val="600"/>
                </a:spcAft>
              </a:pPr>
              <a:t>4</a:t>
            </a:fld>
            <a:endParaRPr lang="en-CA">
              <a:solidFill>
                <a:srgbClr val="003168"/>
              </a:solidFill>
            </a:endParaRPr>
          </a:p>
        </p:txBody>
      </p:sp>
      <p:sp>
        <p:nvSpPr>
          <p:cNvPr id="4" name="Title 3">
            <a:extLst>
              <a:ext uri="{FF2B5EF4-FFF2-40B4-BE49-F238E27FC236}">
                <a16:creationId xmlns:a16="http://schemas.microsoft.com/office/drawing/2014/main" id="{C1E0F362-BB2C-B9F9-B5FF-B4AF28313C31}"/>
              </a:ext>
            </a:extLst>
          </p:cNvPr>
          <p:cNvSpPr>
            <a:spLocks noGrp="1"/>
          </p:cNvSpPr>
          <p:nvPr>
            <p:ph type="title"/>
          </p:nvPr>
        </p:nvSpPr>
        <p:spPr>
          <a:xfrm>
            <a:off x="685800" y="365126"/>
            <a:ext cx="10210800" cy="798046"/>
          </a:xfrm>
        </p:spPr>
        <p:txBody>
          <a:bodyPr anchor="ctr">
            <a:normAutofit/>
          </a:bodyPr>
          <a:lstStyle/>
          <a:p>
            <a:pPr algn="ctr"/>
            <a:r>
              <a:rPr lang="en-US" sz="3600" b="1" dirty="0"/>
              <a:t>Contributions to ICP0 team</a:t>
            </a:r>
            <a:endParaRPr lang="en-US" sz="3600" dirty="0"/>
          </a:p>
        </p:txBody>
      </p:sp>
      <p:graphicFrame>
        <p:nvGraphicFramePr>
          <p:cNvPr id="6" name="Content Placeholder 1">
            <a:extLst>
              <a:ext uri="{FF2B5EF4-FFF2-40B4-BE49-F238E27FC236}">
                <a16:creationId xmlns:a16="http://schemas.microsoft.com/office/drawing/2014/main" id="{FE2109F7-6C24-6659-F35B-4ACFA217458B}"/>
              </a:ext>
            </a:extLst>
          </p:cNvPr>
          <p:cNvGraphicFramePr>
            <a:graphicFrameLocks noGrp="1"/>
          </p:cNvGraphicFramePr>
          <p:nvPr>
            <p:ph idx="1"/>
            <p:extLst>
              <p:ext uri="{D42A27DB-BD31-4B8C-83A1-F6EECF244321}">
                <p14:modId xmlns:p14="http://schemas.microsoft.com/office/powerpoint/2010/main" val="2093027672"/>
              </p:ext>
            </p:extLst>
          </p:nvPr>
        </p:nvGraphicFramePr>
        <p:xfrm>
          <a:off x="685800" y="1418665"/>
          <a:ext cx="10212323" cy="45249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0" name="Group 9">
            <a:extLst>
              <a:ext uri="{FF2B5EF4-FFF2-40B4-BE49-F238E27FC236}">
                <a16:creationId xmlns:a16="http://schemas.microsoft.com/office/drawing/2014/main" id="{5012F6B6-F2DA-E201-491D-2D53A5AF88DB}"/>
              </a:ext>
            </a:extLst>
          </p:cNvPr>
          <p:cNvGrpSpPr/>
          <p:nvPr/>
        </p:nvGrpSpPr>
        <p:grpSpPr>
          <a:xfrm>
            <a:off x="6652211" y="4966447"/>
            <a:ext cx="4168190" cy="948336"/>
            <a:chOff x="5693832" y="2381329"/>
            <a:chExt cx="4517417" cy="950897"/>
          </a:xfrm>
        </p:grpSpPr>
        <p:sp>
          <p:nvSpPr>
            <p:cNvPr id="11" name="Rectangle 10">
              <a:extLst>
                <a:ext uri="{FF2B5EF4-FFF2-40B4-BE49-F238E27FC236}">
                  <a16:creationId xmlns:a16="http://schemas.microsoft.com/office/drawing/2014/main" id="{C9CF3C67-3427-6410-07E8-D82686BF7F71}"/>
                </a:ext>
              </a:extLst>
            </p:cNvPr>
            <p:cNvSpPr/>
            <p:nvPr/>
          </p:nvSpPr>
          <p:spPr>
            <a:xfrm>
              <a:off x="5693832" y="2381329"/>
              <a:ext cx="4517417" cy="95089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2" name="TextBox 11">
              <a:extLst>
                <a:ext uri="{FF2B5EF4-FFF2-40B4-BE49-F238E27FC236}">
                  <a16:creationId xmlns:a16="http://schemas.microsoft.com/office/drawing/2014/main" id="{08923DEB-2F42-372D-4396-420641CCE2C5}"/>
                </a:ext>
              </a:extLst>
            </p:cNvPr>
            <p:cNvSpPr txBox="1"/>
            <p:nvPr/>
          </p:nvSpPr>
          <p:spPr>
            <a:xfrm>
              <a:off x="5800273" y="2381329"/>
              <a:ext cx="4410975" cy="95089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0637" tIns="100637" rIns="100637" bIns="100637" numCol="1" spcCol="1270" anchor="ctr" anchorCtr="0">
              <a:noAutofit/>
            </a:bodyPr>
            <a:lstStyle/>
            <a:p>
              <a:pPr marL="0" lvl="0" indent="0" algn="l" defTabSz="488950">
                <a:lnSpc>
                  <a:spcPct val="100000"/>
                </a:lnSpc>
                <a:spcBef>
                  <a:spcPct val="0"/>
                </a:spcBef>
                <a:spcAft>
                  <a:spcPct val="35000"/>
                </a:spcAft>
                <a:buNone/>
              </a:pPr>
              <a:r>
                <a:rPr lang="en-US" sz="1100" kern="1200" dirty="0">
                  <a:hlinkClick r:id="rId8"/>
                </a:rPr>
                <a:t>IAP local setup</a:t>
              </a:r>
              <a:endParaRPr lang="en-US" sz="1100" kern="1200" dirty="0"/>
            </a:p>
            <a:p>
              <a:pPr marL="0" lvl="0" indent="0" algn="l" defTabSz="488950">
                <a:lnSpc>
                  <a:spcPct val="100000"/>
                </a:lnSpc>
                <a:spcBef>
                  <a:spcPct val="0"/>
                </a:spcBef>
                <a:spcAft>
                  <a:spcPct val="35000"/>
                </a:spcAft>
                <a:buNone/>
              </a:pPr>
              <a:r>
                <a:rPr lang="en-US" sz="1100" kern="1200" dirty="0">
                  <a:hlinkClick r:id="rId9"/>
                </a:rPr>
                <a:t>ICP0 frontend testing</a:t>
              </a:r>
              <a:endParaRPr lang="en-US" sz="1100" kern="1200" dirty="0"/>
            </a:p>
            <a:p>
              <a:pPr marL="0" lvl="0" indent="0" algn="l" defTabSz="488950">
                <a:lnSpc>
                  <a:spcPct val="100000"/>
                </a:lnSpc>
                <a:spcBef>
                  <a:spcPct val="0"/>
                </a:spcBef>
                <a:spcAft>
                  <a:spcPct val="35000"/>
                </a:spcAft>
                <a:buNone/>
              </a:pPr>
              <a:r>
                <a:rPr lang="en-US" sz="1100" kern="1200" dirty="0">
                  <a:hlinkClick r:id="rId10"/>
                </a:rPr>
                <a:t>ICP0 PCF token renewal</a:t>
              </a:r>
              <a:endParaRPr lang="en-US" sz="1100" kern="1200" dirty="0"/>
            </a:p>
            <a:p>
              <a:pPr marL="0" lvl="0" indent="0" algn="l" defTabSz="488950">
                <a:lnSpc>
                  <a:spcPct val="100000"/>
                </a:lnSpc>
                <a:spcBef>
                  <a:spcPct val="0"/>
                </a:spcBef>
                <a:spcAft>
                  <a:spcPct val="35000"/>
                </a:spcAft>
                <a:buNone/>
              </a:pPr>
              <a:r>
                <a:rPr lang="en-US" sz="1100" b="0" i="0" kern="1200" dirty="0">
                  <a:hlinkClick r:id="rId11"/>
                </a:rPr>
                <a:t>ICP0 - Restarting IAP PCF Instance</a:t>
              </a:r>
              <a:endParaRPr lang="en-US" sz="1100" kern="1200" dirty="0"/>
            </a:p>
          </p:txBody>
        </p:sp>
      </p:grpSp>
      <p:sp>
        <p:nvSpPr>
          <p:cNvPr id="15" name="TextBox 14">
            <a:extLst>
              <a:ext uri="{FF2B5EF4-FFF2-40B4-BE49-F238E27FC236}">
                <a16:creationId xmlns:a16="http://schemas.microsoft.com/office/drawing/2014/main" id="{1796E17B-1EB9-44FD-49C9-0E1109C424FE}"/>
              </a:ext>
            </a:extLst>
          </p:cNvPr>
          <p:cNvSpPr txBox="1"/>
          <p:nvPr/>
        </p:nvSpPr>
        <p:spPr>
          <a:xfrm>
            <a:off x="1855694" y="1714581"/>
            <a:ext cx="8375994" cy="353943"/>
          </a:xfrm>
          <a:prstGeom prst="rect">
            <a:avLst/>
          </a:prstGeom>
          <a:noFill/>
        </p:spPr>
        <p:txBody>
          <a:bodyPr wrap="square" rtlCol="0">
            <a:spAutoFit/>
          </a:bodyPr>
          <a:lstStyle/>
          <a:p>
            <a:pPr lvl="0"/>
            <a:r>
              <a:rPr lang="en-US" sz="1700" dirty="0"/>
              <a:t>Help progress the migration of application from PCF to OCP4</a:t>
            </a:r>
          </a:p>
        </p:txBody>
      </p:sp>
    </p:spTree>
    <p:extLst>
      <p:ext uri="{BB962C8B-B14F-4D97-AF65-F5344CB8AC3E}">
        <p14:creationId xmlns:p14="http://schemas.microsoft.com/office/powerpoint/2010/main" val="2449416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68F306-74B6-37A4-1531-D2C003361D60}"/>
              </a:ext>
            </a:extLst>
          </p:cNvPr>
          <p:cNvSpPr>
            <a:spLocks noGrp="1"/>
          </p:cNvSpPr>
          <p:nvPr>
            <p:ph type="sldNum" sz="quarter" idx="12"/>
          </p:nvPr>
        </p:nvSpPr>
        <p:spPr/>
        <p:txBody>
          <a:bodyPr/>
          <a:lstStyle/>
          <a:p>
            <a:fld id="{00D53123-EF31-4C08-A865-932FC064F9C8}" type="slidenum">
              <a:rPr lang="en-CA" smtClean="0">
                <a:solidFill>
                  <a:srgbClr val="003168"/>
                </a:solidFill>
              </a:rPr>
              <a:pPr/>
              <a:t>5</a:t>
            </a:fld>
            <a:endParaRPr lang="en-CA" dirty="0">
              <a:solidFill>
                <a:srgbClr val="003168"/>
              </a:solidFill>
            </a:endParaRPr>
          </a:p>
        </p:txBody>
      </p:sp>
      <p:sp>
        <p:nvSpPr>
          <p:cNvPr id="10" name="Content Placeholder 9">
            <a:extLst>
              <a:ext uri="{FF2B5EF4-FFF2-40B4-BE49-F238E27FC236}">
                <a16:creationId xmlns:a16="http://schemas.microsoft.com/office/drawing/2014/main" id="{1A1C7FA8-98D2-6363-9945-9E01B5E01DA4}"/>
              </a:ext>
            </a:extLst>
          </p:cNvPr>
          <p:cNvSpPr>
            <a:spLocks noGrp="1"/>
          </p:cNvSpPr>
          <p:nvPr>
            <p:ph sz="quarter" idx="4"/>
          </p:nvPr>
        </p:nvSpPr>
        <p:spPr/>
        <p:txBody>
          <a:bodyPr/>
          <a:lstStyle/>
          <a:p>
            <a:pPr marL="342900" indent="-342900">
              <a:lnSpc>
                <a:spcPts val="3600"/>
              </a:lnSpc>
              <a:buFont typeface="Arial" panose="020B0604020202020204" pitchFamily="34" charset="0"/>
              <a:buChar char="•"/>
            </a:pPr>
            <a:r>
              <a:rPr lang="en-US" sz="2400" dirty="0"/>
              <a:t>Adjusted schedule to account for time zone difference </a:t>
            </a:r>
          </a:p>
          <a:p>
            <a:pPr marL="342900" indent="-342900">
              <a:lnSpc>
                <a:spcPts val="3600"/>
              </a:lnSpc>
              <a:buFont typeface="Arial" panose="020B0604020202020204" pitchFamily="34" charset="0"/>
              <a:buChar char="•"/>
            </a:pPr>
            <a:r>
              <a:rPr lang="en-US" sz="2400" dirty="0"/>
              <a:t>Created confluence pages to allow information to be easily shared with others</a:t>
            </a:r>
          </a:p>
          <a:p>
            <a:pPr marL="342900" indent="-342900">
              <a:buFont typeface="Arial" panose="020B0604020202020204" pitchFamily="34" charset="0"/>
              <a:buChar char="•"/>
            </a:pPr>
            <a:endParaRPr lang="en-US" dirty="0"/>
          </a:p>
        </p:txBody>
      </p:sp>
      <p:sp>
        <p:nvSpPr>
          <p:cNvPr id="8" name="Content Placeholder 7">
            <a:extLst>
              <a:ext uri="{FF2B5EF4-FFF2-40B4-BE49-F238E27FC236}">
                <a16:creationId xmlns:a16="http://schemas.microsoft.com/office/drawing/2014/main" id="{DB686014-9B0F-E52F-8F4C-D1F8860B32FF}"/>
              </a:ext>
            </a:extLst>
          </p:cNvPr>
          <p:cNvSpPr>
            <a:spLocks noGrp="1"/>
          </p:cNvSpPr>
          <p:nvPr>
            <p:ph sz="half" idx="2"/>
          </p:nvPr>
        </p:nvSpPr>
        <p:spPr/>
        <p:txBody>
          <a:bodyPr/>
          <a:lstStyle/>
          <a:p>
            <a:pPr marL="342900" indent="-342900">
              <a:lnSpc>
                <a:spcPts val="3600"/>
              </a:lnSpc>
              <a:buFont typeface="Arial" panose="020B0604020202020204" pitchFamily="34" charset="0"/>
              <a:buChar char="•"/>
            </a:pPr>
            <a:r>
              <a:rPr lang="en-US" sz="2400" dirty="0"/>
              <a:t>Lots of information regarding ICP0 bottled necked with offshore developers</a:t>
            </a:r>
          </a:p>
          <a:p>
            <a:pPr marL="571500" lvl="1" indent="-342900">
              <a:lnSpc>
                <a:spcPts val="3600"/>
              </a:lnSpc>
            </a:pPr>
            <a:r>
              <a:rPr lang="en-US" dirty="0"/>
              <a:t>Startup: Roman Buta, Anna </a:t>
            </a:r>
            <a:r>
              <a:rPr lang="en-US" dirty="0" err="1"/>
              <a:t>Myropolska</a:t>
            </a:r>
            <a:endParaRPr lang="en-US" dirty="0"/>
          </a:p>
          <a:p>
            <a:pPr marL="571500" lvl="1" indent="-342900">
              <a:lnSpc>
                <a:spcPts val="3600"/>
              </a:lnSpc>
            </a:pPr>
            <a:r>
              <a:rPr lang="en-US" dirty="0"/>
              <a:t>Testing: </a:t>
            </a:r>
            <a:r>
              <a:rPr lang="en-US" dirty="0" err="1"/>
              <a:t>Rhiddhi</a:t>
            </a:r>
            <a:r>
              <a:rPr lang="en-US" dirty="0"/>
              <a:t> Gupta</a:t>
            </a:r>
          </a:p>
          <a:p>
            <a:pPr>
              <a:lnSpc>
                <a:spcPct val="150000"/>
              </a:lnSpc>
            </a:pPr>
            <a:endParaRPr lang="en-US" sz="1800" dirty="0"/>
          </a:p>
          <a:p>
            <a:pPr marL="571500" lvl="1" indent="-342900"/>
            <a:endParaRPr lang="en-US" sz="1800" dirty="0"/>
          </a:p>
          <a:p>
            <a:pPr marL="342900" indent="-342900">
              <a:buFont typeface="Arial" panose="020B0604020202020204" pitchFamily="34" charset="0"/>
              <a:buChar char="•"/>
            </a:pPr>
            <a:endParaRPr lang="en-US" dirty="0"/>
          </a:p>
          <a:p>
            <a:pPr marL="571500" lvl="1" indent="-342900"/>
            <a:endParaRPr lang="en-US" dirty="0"/>
          </a:p>
          <a:p>
            <a:pPr marL="342900" indent="-342900">
              <a:buFont typeface="Arial" panose="020B0604020202020204" pitchFamily="34" charset="0"/>
              <a:buChar char="•"/>
            </a:pPr>
            <a:endParaRPr lang="en-US" dirty="0"/>
          </a:p>
        </p:txBody>
      </p:sp>
      <p:sp>
        <p:nvSpPr>
          <p:cNvPr id="9" name="Text Placeholder 8">
            <a:extLst>
              <a:ext uri="{FF2B5EF4-FFF2-40B4-BE49-F238E27FC236}">
                <a16:creationId xmlns:a16="http://schemas.microsoft.com/office/drawing/2014/main" id="{5305662E-9BFA-0554-24BC-EDF0C15EA0F7}"/>
              </a:ext>
            </a:extLst>
          </p:cNvPr>
          <p:cNvSpPr>
            <a:spLocks noGrp="1"/>
          </p:cNvSpPr>
          <p:nvPr>
            <p:ph type="body" sz="quarter" idx="3"/>
          </p:nvPr>
        </p:nvSpPr>
        <p:spPr/>
        <p:txBody>
          <a:bodyPr>
            <a:normAutofit/>
          </a:bodyPr>
          <a:lstStyle/>
          <a:p>
            <a:r>
              <a:rPr lang="en-US" sz="2800" dirty="0"/>
              <a:t>Solutions</a:t>
            </a:r>
          </a:p>
        </p:txBody>
      </p:sp>
      <p:sp>
        <p:nvSpPr>
          <p:cNvPr id="7" name="Text Placeholder 6">
            <a:extLst>
              <a:ext uri="{FF2B5EF4-FFF2-40B4-BE49-F238E27FC236}">
                <a16:creationId xmlns:a16="http://schemas.microsoft.com/office/drawing/2014/main" id="{AD0187C7-FE2C-7B72-9337-7000EAC79FC8}"/>
              </a:ext>
            </a:extLst>
          </p:cNvPr>
          <p:cNvSpPr>
            <a:spLocks noGrp="1"/>
          </p:cNvSpPr>
          <p:nvPr>
            <p:ph type="body" idx="1"/>
          </p:nvPr>
        </p:nvSpPr>
        <p:spPr/>
        <p:txBody>
          <a:bodyPr>
            <a:normAutofit/>
          </a:bodyPr>
          <a:lstStyle/>
          <a:p>
            <a:r>
              <a:rPr lang="en-US" sz="2800" dirty="0"/>
              <a:t>Problems</a:t>
            </a:r>
          </a:p>
        </p:txBody>
      </p:sp>
      <p:sp>
        <p:nvSpPr>
          <p:cNvPr id="6" name="Title 5">
            <a:extLst>
              <a:ext uri="{FF2B5EF4-FFF2-40B4-BE49-F238E27FC236}">
                <a16:creationId xmlns:a16="http://schemas.microsoft.com/office/drawing/2014/main" id="{50C77611-2370-CC1E-0A7B-D8646BB58E83}"/>
              </a:ext>
            </a:extLst>
          </p:cNvPr>
          <p:cNvSpPr>
            <a:spLocks noGrp="1"/>
          </p:cNvSpPr>
          <p:nvPr>
            <p:ph type="title"/>
          </p:nvPr>
        </p:nvSpPr>
        <p:spPr/>
        <p:txBody>
          <a:bodyPr>
            <a:normAutofit/>
          </a:bodyPr>
          <a:lstStyle/>
          <a:p>
            <a:pPr algn="ctr"/>
            <a:r>
              <a:rPr lang="en-US" sz="3600" b="1" dirty="0"/>
              <a:t>Problems &amp; Solutions</a:t>
            </a:r>
          </a:p>
        </p:txBody>
      </p:sp>
    </p:spTree>
    <p:extLst>
      <p:ext uri="{BB962C8B-B14F-4D97-AF65-F5344CB8AC3E}">
        <p14:creationId xmlns:p14="http://schemas.microsoft.com/office/powerpoint/2010/main" val="3714172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2FED73-2C12-BACB-F336-544101DAA74A}"/>
              </a:ext>
            </a:extLst>
          </p:cNvPr>
          <p:cNvSpPr>
            <a:spLocks noGrp="1"/>
          </p:cNvSpPr>
          <p:nvPr>
            <p:ph type="sldNum" sz="quarter" idx="12"/>
          </p:nvPr>
        </p:nvSpPr>
        <p:spPr>
          <a:xfrm>
            <a:off x="5847988" y="6407602"/>
            <a:ext cx="492975" cy="182880"/>
          </a:xfrm>
        </p:spPr>
        <p:txBody>
          <a:bodyPr anchor="ctr">
            <a:normAutofit/>
          </a:bodyPr>
          <a:lstStyle/>
          <a:p>
            <a:pPr>
              <a:spcAft>
                <a:spcPts val="600"/>
              </a:spcAft>
            </a:pPr>
            <a:fld id="{00D53123-EF31-4C08-A865-932FC064F9C8}" type="slidenum">
              <a:rPr lang="en-CA" smtClean="0">
                <a:solidFill>
                  <a:srgbClr val="003168"/>
                </a:solidFill>
              </a:rPr>
              <a:pPr>
                <a:spcAft>
                  <a:spcPts val="600"/>
                </a:spcAft>
              </a:pPr>
              <a:t>6</a:t>
            </a:fld>
            <a:endParaRPr lang="en-CA">
              <a:solidFill>
                <a:srgbClr val="003168"/>
              </a:solidFill>
            </a:endParaRPr>
          </a:p>
        </p:txBody>
      </p:sp>
      <p:sp>
        <p:nvSpPr>
          <p:cNvPr id="12" name="Title 4">
            <a:extLst>
              <a:ext uri="{FF2B5EF4-FFF2-40B4-BE49-F238E27FC236}">
                <a16:creationId xmlns:a16="http://schemas.microsoft.com/office/drawing/2014/main" id="{EC7F7E99-9C35-C6C9-D77A-FA713765E346}"/>
              </a:ext>
            </a:extLst>
          </p:cNvPr>
          <p:cNvSpPr>
            <a:spLocks noGrp="1"/>
          </p:cNvSpPr>
          <p:nvPr>
            <p:ph type="title"/>
          </p:nvPr>
        </p:nvSpPr>
        <p:spPr>
          <a:xfrm>
            <a:off x="685800" y="365126"/>
            <a:ext cx="10210800" cy="780280"/>
          </a:xfrm>
        </p:spPr>
        <p:txBody>
          <a:bodyPr>
            <a:normAutofit/>
          </a:bodyPr>
          <a:lstStyle/>
          <a:p>
            <a:pPr algn="ctr"/>
            <a:r>
              <a:rPr lang="en-US" sz="3600" b="1" dirty="0"/>
              <a:t>Contributions to </a:t>
            </a:r>
            <a:r>
              <a:rPr lang="en-US" sz="3600" b="1" dirty="0" err="1"/>
              <a:t>iap</a:t>
            </a:r>
            <a:r>
              <a:rPr lang="en-US" sz="3600" b="1" dirty="0"/>
              <a:t>-frontend	</a:t>
            </a:r>
          </a:p>
        </p:txBody>
      </p:sp>
      <p:sp>
        <p:nvSpPr>
          <p:cNvPr id="4" name="Content Placeholder 3">
            <a:extLst>
              <a:ext uri="{FF2B5EF4-FFF2-40B4-BE49-F238E27FC236}">
                <a16:creationId xmlns:a16="http://schemas.microsoft.com/office/drawing/2014/main" id="{D429ECD2-592F-224A-9B5F-8FCF51A2564F}"/>
              </a:ext>
            </a:extLst>
          </p:cNvPr>
          <p:cNvSpPr>
            <a:spLocks noGrp="1"/>
          </p:cNvSpPr>
          <p:nvPr>
            <p:ph idx="1"/>
          </p:nvPr>
        </p:nvSpPr>
        <p:spPr>
          <a:xfrm>
            <a:off x="4822257" y="1578543"/>
            <a:ext cx="6705714" cy="4365057"/>
          </a:xfrm>
        </p:spPr>
        <p:txBody>
          <a:bodyPr/>
          <a:lstStyle/>
          <a:p>
            <a:pPr marL="342900" indent="-342900">
              <a:lnSpc>
                <a:spcPct val="100000"/>
              </a:lnSpc>
              <a:buFont typeface="Arial" panose="020B0604020202020204" pitchFamily="34" charset="0"/>
              <a:buChar char="•"/>
            </a:pPr>
            <a:r>
              <a:rPr lang="en-US" dirty="0"/>
              <a:t>Contributed to the version update of Angular, going from </a:t>
            </a:r>
            <a:r>
              <a:rPr lang="en-US" b="1" u="sng" dirty="0">
                <a:solidFill>
                  <a:schemeClr val="accent2">
                    <a:lumMod val="75000"/>
                  </a:schemeClr>
                </a:solidFill>
              </a:rPr>
              <a:t>v10</a:t>
            </a:r>
            <a:r>
              <a:rPr lang="en-US" dirty="0"/>
              <a:t> </a:t>
            </a:r>
            <a:r>
              <a:rPr lang="en-US" dirty="0">
                <a:sym typeface="Wingdings" panose="05000000000000000000" pitchFamily="2" charset="2"/>
              </a:rPr>
              <a:t></a:t>
            </a:r>
            <a:r>
              <a:rPr lang="en-US" dirty="0"/>
              <a:t> </a:t>
            </a:r>
            <a:r>
              <a:rPr lang="en-US" b="1" u="sng" dirty="0">
                <a:solidFill>
                  <a:srgbClr val="00B050"/>
                </a:solidFill>
              </a:rPr>
              <a:t>v17</a:t>
            </a:r>
          </a:p>
          <a:p>
            <a:pPr marL="571500" lvl="1" indent="-342900">
              <a:lnSpc>
                <a:spcPct val="100000"/>
              </a:lnSpc>
            </a:pPr>
            <a:r>
              <a:rPr lang="en-US" sz="1800" dirty="0"/>
              <a:t>Version by version update</a:t>
            </a:r>
          </a:p>
          <a:p>
            <a:pPr marL="571500" lvl="1" indent="-342900">
              <a:lnSpc>
                <a:spcPct val="100000"/>
              </a:lnSpc>
            </a:pPr>
            <a:r>
              <a:rPr lang="en-US" sz="1800" dirty="0"/>
              <a:t>Resolved build issues for each version</a:t>
            </a:r>
          </a:p>
          <a:p>
            <a:pPr marL="571500" lvl="1" indent="-342900">
              <a:lnSpc>
                <a:spcPct val="100000"/>
              </a:lnSpc>
            </a:pPr>
            <a:r>
              <a:rPr lang="en-US" sz="1800" dirty="0"/>
              <a:t>Updated/removed incompatible packages</a:t>
            </a:r>
          </a:p>
          <a:p>
            <a:pPr marL="342900" indent="-342900">
              <a:lnSpc>
                <a:spcPct val="100000"/>
              </a:lnSpc>
              <a:buFont typeface="Arial" panose="020B0604020202020204" pitchFamily="34" charset="0"/>
              <a:buChar char="•"/>
            </a:pPr>
            <a:r>
              <a:rPr lang="en-US" dirty="0"/>
              <a:t>Removed and replaced deprecated API’s</a:t>
            </a:r>
          </a:p>
          <a:p>
            <a:pPr marL="342900" indent="-342900">
              <a:lnSpc>
                <a:spcPct val="100000"/>
              </a:lnSpc>
              <a:buFont typeface="Arial" panose="020B0604020202020204" pitchFamily="34" charset="0"/>
              <a:buChar char="•"/>
            </a:pPr>
            <a:r>
              <a:rPr lang="en-US" dirty="0"/>
              <a:t>Removed critical </a:t>
            </a:r>
            <a:r>
              <a:rPr lang="en-US" b="1" dirty="0"/>
              <a:t>40+</a:t>
            </a:r>
            <a:r>
              <a:rPr lang="en-US" dirty="0"/>
              <a:t> </a:t>
            </a:r>
            <a:r>
              <a:rPr lang="en-US" b="1" dirty="0">
                <a:solidFill>
                  <a:srgbClr val="C00000"/>
                </a:solidFill>
              </a:rPr>
              <a:t>critical</a:t>
            </a:r>
            <a:r>
              <a:rPr lang="en-US" b="1" dirty="0"/>
              <a:t>/</a:t>
            </a:r>
            <a:r>
              <a:rPr lang="en-US" b="1" dirty="0">
                <a:solidFill>
                  <a:srgbClr val="D94251"/>
                </a:solidFill>
              </a:rPr>
              <a:t>high</a:t>
            </a:r>
            <a:r>
              <a:rPr lang="en-US" dirty="0"/>
              <a:t>, and over </a:t>
            </a:r>
            <a:r>
              <a:rPr lang="en-US" b="1" dirty="0"/>
              <a:t>500+ </a:t>
            </a:r>
            <a:r>
              <a:rPr lang="en-US" b="1" dirty="0">
                <a:solidFill>
                  <a:srgbClr val="FFC000"/>
                </a:solidFill>
              </a:rPr>
              <a:t>low</a:t>
            </a:r>
            <a:r>
              <a:rPr lang="en-US" b="1" dirty="0"/>
              <a:t> </a:t>
            </a:r>
            <a:r>
              <a:rPr lang="en-US" dirty="0" err="1"/>
              <a:t>NexusIQ</a:t>
            </a:r>
            <a:r>
              <a:rPr lang="en-US" dirty="0"/>
              <a:t> vulnerabilities</a:t>
            </a:r>
          </a:p>
          <a:p>
            <a:pPr marL="342900" indent="-342900">
              <a:lnSpc>
                <a:spcPct val="100000"/>
              </a:lnSpc>
              <a:buFont typeface="Arial" panose="020B0604020202020204" pitchFamily="34" charset="0"/>
              <a:buChar char="•"/>
            </a:pPr>
            <a:r>
              <a:rPr lang="en-US" dirty="0"/>
              <a:t>Migrated deprecated </a:t>
            </a:r>
            <a:r>
              <a:rPr lang="en-US" dirty="0" err="1"/>
              <a:t>TSLint</a:t>
            </a:r>
            <a:r>
              <a:rPr lang="en-US" dirty="0"/>
              <a:t> to </a:t>
            </a:r>
            <a:r>
              <a:rPr lang="en-US" dirty="0" err="1"/>
              <a:t>ESLint</a:t>
            </a:r>
            <a:r>
              <a:rPr lang="en-US" dirty="0"/>
              <a:t>, enforcing clean &amp; readable coding practices</a:t>
            </a:r>
          </a:p>
          <a:p>
            <a:endParaRPr lang="en-US" dirty="0"/>
          </a:p>
        </p:txBody>
      </p:sp>
      <p:pic>
        <p:nvPicPr>
          <p:cNvPr id="8" name="Picture 7" descr="A screenshot of a computer program&#10;&#10;Description automatically generated">
            <a:extLst>
              <a:ext uri="{FF2B5EF4-FFF2-40B4-BE49-F238E27FC236}">
                <a16:creationId xmlns:a16="http://schemas.microsoft.com/office/drawing/2014/main" id="{8A397BCC-5F7F-D94F-6212-1B4DCA9520EA}"/>
              </a:ext>
            </a:extLst>
          </p:cNvPr>
          <p:cNvPicPr>
            <a:picLocks noChangeAspect="1"/>
          </p:cNvPicPr>
          <p:nvPr/>
        </p:nvPicPr>
        <p:blipFill>
          <a:blip r:embed="rId3"/>
          <a:stretch>
            <a:fillRect/>
          </a:stretch>
        </p:blipFill>
        <p:spPr>
          <a:xfrm>
            <a:off x="1506788" y="1213214"/>
            <a:ext cx="1787882" cy="2078934"/>
          </a:xfrm>
          <a:prstGeom prst="rect">
            <a:avLst/>
          </a:prstGeom>
          <a:ln>
            <a:solidFill>
              <a:schemeClr val="tx1"/>
            </a:solidFill>
          </a:ln>
        </p:spPr>
      </p:pic>
      <p:pic>
        <p:nvPicPr>
          <p:cNvPr id="9" name="Picture 8" descr="A screenshot of a computer&#10;&#10;Description automatically generated">
            <a:extLst>
              <a:ext uri="{FF2B5EF4-FFF2-40B4-BE49-F238E27FC236}">
                <a16:creationId xmlns:a16="http://schemas.microsoft.com/office/drawing/2014/main" id="{5B59B7B4-C523-D1B7-DA96-54B10F670224}"/>
              </a:ext>
            </a:extLst>
          </p:cNvPr>
          <p:cNvPicPr>
            <a:picLocks noChangeAspect="1"/>
          </p:cNvPicPr>
          <p:nvPr/>
        </p:nvPicPr>
        <p:blipFill>
          <a:blip r:embed="rId4"/>
          <a:stretch>
            <a:fillRect/>
          </a:stretch>
        </p:blipFill>
        <p:spPr>
          <a:xfrm>
            <a:off x="130292" y="3292148"/>
            <a:ext cx="4540875" cy="1498487"/>
          </a:xfrm>
          <a:prstGeom prst="rect">
            <a:avLst/>
          </a:prstGeom>
          <a:ln>
            <a:solidFill>
              <a:schemeClr val="tx1"/>
            </a:solidFill>
          </a:ln>
        </p:spPr>
      </p:pic>
      <p:pic>
        <p:nvPicPr>
          <p:cNvPr id="11" name="Picture 10" descr="A screenshot of a computer&#10;&#10;Description automatically generated">
            <a:extLst>
              <a:ext uri="{FF2B5EF4-FFF2-40B4-BE49-F238E27FC236}">
                <a16:creationId xmlns:a16="http://schemas.microsoft.com/office/drawing/2014/main" id="{501A0CC0-CA8A-8FD9-14B7-830E68DF2790}"/>
              </a:ext>
            </a:extLst>
          </p:cNvPr>
          <p:cNvPicPr>
            <a:picLocks noChangeAspect="1"/>
          </p:cNvPicPr>
          <p:nvPr/>
        </p:nvPicPr>
        <p:blipFill>
          <a:blip r:embed="rId5"/>
          <a:stretch>
            <a:fillRect/>
          </a:stretch>
        </p:blipFill>
        <p:spPr>
          <a:xfrm>
            <a:off x="130293" y="4790635"/>
            <a:ext cx="4540875" cy="1616967"/>
          </a:xfrm>
          <a:prstGeom prst="rect">
            <a:avLst/>
          </a:prstGeom>
          <a:ln>
            <a:solidFill>
              <a:schemeClr val="tx1"/>
            </a:solidFill>
          </a:ln>
        </p:spPr>
      </p:pic>
    </p:spTree>
    <p:extLst>
      <p:ext uri="{BB962C8B-B14F-4D97-AF65-F5344CB8AC3E}">
        <p14:creationId xmlns:p14="http://schemas.microsoft.com/office/powerpoint/2010/main" val="29462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2FED73-2C12-BACB-F336-544101DAA74A}"/>
              </a:ext>
            </a:extLst>
          </p:cNvPr>
          <p:cNvSpPr>
            <a:spLocks noGrp="1"/>
          </p:cNvSpPr>
          <p:nvPr>
            <p:ph type="sldNum" sz="quarter" idx="12"/>
          </p:nvPr>
        </p:nvSpPr>
        <p:spPr>
          <a:xfrm>
            <a:off x="5847988" y="6407602"/>
            <a:ext cx="492975" cy="182880"/>
          </a:xfrm>
        </p:spPr>
        <p:txBody>
          <a:bodyPr anchor="ctr">
            <a:normAutofit/>
          </a:bodyPr>
          <a:lstStyle/>
          <a:p>
            <a:pPr>
              <a:spcAft>
                <a:spcPts val="600"/>
              </a:spcAft>
            </a:pPr>
            <a:fld id="{00D53123-EF31-4C08-A865-932FC064F9C8}" type="slidenum">
              <a:rPr lang="en-CA" smtClean="0">
                <a:solidFill>
                  <a:srgbClr val="003168"/>
                </a:solidFill>
              </a:rPr>
              <a:pPr>
                <a:spcAft>
                  <a:spcPts val="600"/>
                </a:spcAft>
              </a:pPr>
              <a:t>7</a:t>
            </a:fld>
            <a:endParaRPr lang="en-CA">
              <a:solidFill>
                <a:srgbClr val="003168"/>
              </a:solidFill>
            </a:endParaRPr>
          </a:p>
        </p:txBody>
      </p:sp>
      <p:sp>
        <p:nvSpPr>
          <p:cNvPr id="12" name="Title 4">
            <a:extLst>
              <a:ext uri="{FF2B5EF4-FFF2-40B4-BE49-F238E27FC236}">
                <a16:creationId xmlns:a16="http://schemas.microsoft.com/office/drawing/2014/main" id="{EC7F7E99-9C35-C6C9-D77A-FA713765E346}"/>
              </a:ext>
            </a:extLst>
          </p:cNvPr>
          <p:cNvSpPr>
            <a:spLocks noGrp="1"/>
          </p:cNvSpPr>
          <p:nvPr>
            <p:ph type="title"/>
          </p:nvPr>
        </p:nvSpPr>
        <p:spPr>
          <a:xfrm>
            <a:off x="685800" y="365126"/>
            <a:ext cx="10210800" cy="780280"/>
          </a:xfrm>
        </p:spPr>
        <p:txBody>
          <a:bodyPr>
            <a:normAutofit/>
          </a:bodyPr>
          <a:lstStyle/>
          <a:p>
            <a:pPr algn="ctr"/>
            <a:r>
              <a:rPr lang="en-US" sz="3600" b="1" dirty="0"/>
              <a:t>Contributions to institutional-frontend	</a:t>
            </a:r>
          </a:p>
        </p:txBody>
      </p:sp>
      <p:sp>
        <p:nvSpPr>
          <p:cNvPr id="4" name="Content Placeholder 3">
            <a:extLst>
              <a:ext uri="{FF2B5EF4-FFF2-40B4-BE49-F238E27FC236}">
                <a16:creationId xmlns:a16="http://schemas.microsoft.com/office/drawing/2014/main" id="{D429ECD2-592F-224A-9B5F-8FCF51A2564F}"/>
              </a:ext>
            </a:extLst>
          </p:cNvPr>
          <p:cNvSpPr>
            <a:spLocks noGrp="1"/>
          </p:cNvSpPr>
          <p:nvPr>
            <p:ph idx="1"/>
          </p:nvPr>
        </p:nvSpPr>
        <p:spPr>
          <a:xfrm>
            <a:off x="4822257" y="1578543"/>
            <a:ext cx="6468176" cy="4365057"/>
          </a:xfrm>
        </p:spPr>
        <p:txBody>
          <a:bodyPr/>
          <a:lstStyle/>
          <a:p>
            <a:pPr marL="342900" indent="-342900">
              <a:lnSpc>
                <a:spcPct val="100000"/>
              </a:lnSpc>
              <a:buFont typeface="Arial" panose="020B0604020202020204" pitchFamily="34" charset="0"/>
              <a:buChar char="•"/>
            </a:pPr>
            <a:r>
              <a:rPr lang="en-US" dirty="0"/>
              <a:t>Updated Angular version; going from </a:t>
            </a:r>
            <a:r>
              <a:rPr lang="en-US" b="1" u="sng" dirty="0">
                <a:solidFill>
                  <a:schemeClr val="accent2">
                    <a:lumMod val="75000"/>
                  </a:schemeClr>
                </a:solidFill>
              </a:rPr>
              <a:t>v10</a:t>
            </a:r>
            <a:r>
              <a:rPr lang="en-US" dirty="0"/>
              <a:t> </a:t>
            </a:r>
            <a:r>
              <a:rPr lang="en-US" dirty="0">
                <a:sym typeface="Wingdings" panose="05000000000000000000" pitchFamily="2" charset="2"/>
              </a:rPr>
              <a:t></a:t>
            </a:r>
            <a:r>
              <a:rPr lang="en-US" dirty="0"/>
              <a:t> </a:t>
            </a:r>
            <a:r>
              <a:rPr lang="en-US" b="1" u="sng" dirty="0">
                <a:solidFill>
                  <a:srgbClr val="00B050"/>
                </a:solidFill>
              </a:rPr>
              <a:t>v18</a:t>
            </a:r>
          </a:p>
          <a:p>
            <a:pPr marL="571500" lvl="1" indent="-342900">
              <a:lnSpc>
                <a:spcPct val="100000"/>
              </a:lnSpc>
            </a:pPr>
            <a:r>
              <a:rPr lang="en-US" sz="1800" dirty="0"/>
              <a:t>Version by version update</a:t>
            </a:r>
          </a:p>
          <a:p>
            <a:pPr marL="571500" lvl="1" indent="-342900">
              <a:lnSpc>
                <a:spcPct val="100000"/>
              </a:lnSpc>
            </a:pPr>
            <a:r>
              <a:rPr lang="en-US" sz="1800" dirty="0"/>
              <a:t>Resolved build issues for each version</a:t>
            </a:r>
          </a:p>
          <a:p>
            <a:pPr marL="571500" lvl="1" indent="-342900">
              <a:lnSpc>
                <a:spcPct val="100000"/>
              </a:lnSpc>
            </a:pPr>
            <a:r>
              <a:rPr lang="en-US" sz="1800" dirty="0"/>
              <a:t>Updated/removed incompatible packages</a:t>
            </a:r>
          </a:p>
          <a:p>
            <a:pPr marL="342900" indent="-342900">
              <a:lnSpc>
                <a:spcPct val="100000"/>
              </a:lnSpc>
              <a:buFont typeface="Arial" panose="020B0604020202020204" pitchFamily="34" charset="0"/>
              <a:buChar char="•"/>
            </a:pPr>
            <a:r>
              <a:rPr lang="en-US" dirty="0"/>
              <a:t>Removed and replaced deprecated API’s</a:t>
            </a:r>
          </a:p>
          <a:p>
            <a:pPr marL="342900" indent="-342900">
              <a:lnSpc>
                <a:spcPct val="100000"/>
              </a:lnSpc>
              <a:buFont typeface="Arial" panose="020B0604020202020204" pitchFamily="34" charset="0"/>
              <a:buChar char="•"/>
            </a:pPr>
            <a:r>
              <a:rPr lang="en-US" dirty="0"/>
              <a:t>Resulted in a decrease of </a:t>
            </a:r>
            <a:r>
              <a:rPr lang="en-US" b="1" dirty="0"/>
              <a:t>57</a:t>
            </a:r>
            <a:r>
              <a:rPr lang="en-US" dirty="0"/>
              <a:t> </a:t>
            </a:r>
            <a:r>
              <a:rPr lang="en-US" b="1" dirty="0">
                <a:solidFill>
                  <a:srgbClr val="C00000"/>
                </a:solidFill>
              </a:rPr>
              <a:t>critical</a:t>
            </a:r>
            <a:r>
              <a:rPr lang="en-US" dirty="0"/>
              <a:t>, </a:t>
            </a:r>
            <a:r>
              <a:rPr lang="en-US" b="1" dirty="0"/>
              <a:t>90 </a:t>
            </a:r>
            <a:r>
              <a:rPr lang="en-US" b="1" dirty="0">
                <a:solidFill>
                  <a:schemeClr val="accent2">
                    <a:lumMod val="75000"/>
                  </a:schemeClr>
                </a:solidFill>
              </a:rPr>
              <a:t>medium</a:t>
            </a:r>
            <a:r>
              <a:rPr lang="en-US" b="1" dirty="0"/>
              <a:t> </a:t>
            </a:r>
            <a:r>
              <a:rPr lang="en-US" dirty="0"/>
              <a:t>&amp; over </a:t>
            </a:r>
            <a:r>
              <a:rPr lang="en-US" b="1" dirty="0"/>
              <a:t>900+ </a:t>
            </a:r>
            <a:r>
              <a:rPr lang="en-US" b="1" dirty="0">
                <a:solidFill>
                  <a:srgbClr val="FFC72C"/>
                </a:solidFill>
              </a:rPr>
              <a:t>low</a:t>
            </a:r>
            <a:r>
              <a:rPr lang="en-US" b="1" dirty="0"/>
              <a:t> </a:t>
            </a:r>
            <a:r>
              <a:rPr lang="en-US" dirty="0"/>
              <a:t>Nexus IQ vulnerabilities</a:t>
            </a:r>
          </a:p>
          <a:p>
            <a:pPr marL="342900" indent="-342900">
              <a:lnSpc>
                <a:spcPct val="100000"/>
              </a:lnSpc>
              <a:buFont typeface="Arial" panose="020B0604020202020204" pitchFamily="34" charset="0"/>
              <a:buChar char="•"/>
            </a:pPr>
            <a:r>
              <a:rPr lang="en-US" dirty="0"/>
              <a:t>Added </a:t>
            </a:r>
            <a:r>
              <a:rPr lang="en-US" dirty="0" err="1"/>
              <a:t>ESLint</a:t>
            </a:r>
            <a:r>
              <a:rPr lang="en-US" dirty="0"/>
              <a:t> scripts allowing project to be linted; resulting in clean and readable code</a:t>
            </a:r>
          </a:p>
          <a:p>
            <a:pPr marL="342900" indent="-342900">
              <a:lnSpc>
                <a:spcPct val="100000"/>
              </a:lnSpc>
              <a:buFont typeface="Arial" panose="020B0604020202020204" pitchFamily="34" charset="0"/>
              <a:buChar char="•"/>
            </a:pPr>
            <a:r>
              <a:rPr lang="en-US" dirty="0"/>
              <a:t>Migrated repo to GitHub Actions </a:t>
            </a:r>
          </a:p>
          <a:p>
            <a:pPr marL="571500" lvl="1" indent="-342900">
              <a:lnSpc>
                <a:spcPct val="100000"/>
              </a:lnSpc>
            </a:pPr>
            <a:r>
              <a:rPr lang="en-US" sz="1800" dirty="0"/>
              <a:t>Resolving </a:t>
            </a:r>
            <a:r>
              <a:rPr lang="en-US" sz="1800" dirty="0" err="1"/>
              <a:t>artifactory</a:t>
            </a:r>
            <a:r>
              <a:rPr lang="en-US" sz="1800" dirty="0"/>
              <a:t> issues on Jenkins</a:t>
            </a:r>
          </a:p>
          <a:p>
            <a:pPr marL="571500" lvl="1" indent="-342900">
              <a:lnSpc>
                <a:spcPct val="100000"/>
              </a:lnSpc>
            </a:pPr>
            <a:r>
              <a:rPr lang="en-US" sz="1800" dirty="0"/>
              <a:t>Allowing faster build &amp; scan process</a:t>
            </a:r>
          </a:p>
          <a:p>
            <a:pPr>
              <a:lnSpc>
                <a:spcPct val="100000"/>
              </a:lnSpc>
            </a:pPr>
            <a:endParaRPr lang="en-US" dirty="0"/>
          </a:p>
        </p:txBody>
      </p:sp>
      <p:pic>
        <p:nvPicPr>
          <p:cNvPr id="2" name="Picture 1">
            <a:extLst>
              <a:ext uri="{FF2B5EF4-FFF2-40B4-BE49-F238E27FC236}">
                <a16:creationId xmlns:a16="http://schemas.microsoft.com/office/drawing/2014/main" id="{A3BAFF2A-3B63-D792-7651-82731EABBFD3}"/>
              </a:ext>
            </a:extLst>
          </p:cNvPr>
          <p:cNvPicPr>
            <a:picLocks noChangeAspect="1"/>
          </p:cNvPicPr>
          <p:nvPr/>
        </p:nvPicPr>
        <p:blipFill>
          <a:blip r:embed="rId3"/>
          <a:stretch>
            <a:fillRect/>
          </a:stretch>
        </p:blipFill>
        <p:spPr>
          <a:xfrm>
            <a:off x="117038" y="3515592"/>
            <a:ext cx="4405976" cy="1520062"/>
          </a:xfrm>
          <a:prstGeom prst="rect">
            <a:avLst/>
          </a:prstGeom>
          <a:ln>
            <a:solidFill>
              <a:schemeClr val="tx1"/>
            </a:solidFill>
          </a:ln>
        </p:spPr>
      </p:pic>
      <p:pic>
        <p:nvPicPr>
          <p:cNvPr id="5" name="Picture 4">
            <a:extLst>
              <a:ext uri="{FF2B5EF4-FFF2-40B4-BE49-F238E27FC236}">
                <a16:creationId xmlns:a16="http://schemas.microsoft.com/office/drawing/2014/main" id="{9B6CD51A-65C4-58BF-BEBC-5E8B4C7DE39C}"/>
              </a:ext>
            </a:extLst>
          </p:cNvPr>
          <p:cNvPicPr>
            <a:picLocks noChangeAspect="1"/>
          </p:cNvPicPr>
          <p:nvPr/>
        </p:nvPicPr>
        <p:blipFill>
          <a:blip r:embed="rId4"/>
          <a:stretch>
            <a:fillRect/>
          </a:stretch>
        </p:blipFill>
        <p:spPr>
          <a:xfrm>
            <a:off x="117038" y="5065961"/>
            <a:ext cx="4405976" cy="1310776"/>
          </a:xfrm>
          <a:prstGeom prst="rect">
            <a:avLst/>
          </a:prstGeom>
          <a:ln>
            <a:solidFill>
              <a:schemeClr val="tx1"/>
            </a:solidFill>
          </a:ln>
        </p:spPr>
      </p:pic>
      <p:pic>
        <p:nvPicPr>
          <p:cNvPr id="6" name="Picture 5">
            <a:extLst>
              <a:ext uri="{FF2B5EF4-FFF2-40B4-BE49-F238E27FC236}">
                <a16:creationId xmlns:a16="http://schemas.microsoft.com/office/drawing/2014/main" id="{FD0BB43E-F35E-5BFC-8D30-D307A4FC8B68}"/>
              </a:ext>
            </a:extLst>
          </p:cNvPr>
          <p:cNvPicPr>
            <a:picLocks noChangeAspect="1"/>
          </p:cNvPicPr>
          <p:nvPr/>
        </p:nvPicPr>
        <p:blipFill rotWithShape="1">
          <a:blip r:embed="rId5"/>
          <a:srcRect l="28288" t="14526"/>
          <a:stretch/>
        </p:blipFill>
        <p:spPr>
          <a:xfrm>
            <a:off x="1307990" y="1209129"/>
            <a:ext cx="2024071" cy="2242739"/>
          </a:xfrm>
          <a:prstGeom prst="rect">
            <a:avLst/>
          </a:prstGeom>
        </p:spPr>
      </p:pic>
    </p:spTree>
    <p:extLst>
      <p:ext uri="{BB962C8B-B14F-4D97-AF65-F5344CB8AC3E}">
        <p14:creationId xmlns:p14="http://schemas.microsoft.com/office/powerpoint/2010/main" val="258067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2FED73-2C12-BACB-F336-544101DAA74A}"/>
              </a:ext>
            </a:extLst>
          </p:cNvPr>
          <p:cNvSpPr>
            <a:spLocks noGrp="1"/>
          </p:cNvSpPr>
          <p:nvPr>
            <p:ph type="sldNum" sz="quarter" idx="12"/>
          </p:nvPr>
        </p:nvSpPr>
        <p:spPr>
          <a:xfrm>
            <a:off x="5847988" y="6407602"/>
            <a:ext cx="492975" cy="182880"/>
          </a:xfrm>
        </p:spPr>
        <p:txBody>
          <a:bodyPr anchor="ctr">
            <a:normAutofit/>
          </a:bodyPr>
          <a:lstStyle/>
          <a:p>
            <a:pPr>
              <a:spcAft>
                <a:spcPts val="600"/>
              </a:spcAft>
            </a:pPr>
            <a:fld id="{00D53123-EF31-4C08-A865-932FC064F9C8}" type="slidenum">
              <a:rPr lang="en-CA" smtClean="0">
                <a:solidFill>
                  <a:srgbClr val="003168"/>
                </a:solidFill>
              </a:rPr>
              <a:pPr>
                <a:spcAft>
                  <a:spcPts val="600"/>
                </a:spcAft>
              </a:pPr>
              <a:t>8</a:t>
            </a:fld>
            <a:endParaRPr lang="en-CA">
              <a:solidFill>
                <a:srgbClr val="003168"/>
              </a:solidFill>
            </a:endParaRPr>
          </a:p>
        </p:txBody>
      </p:sp>
      <p:sp>
        <p:nvSpPr>
          <p:cNvPr id="12" name="Title 4">
            <a:extLst>
              <a:ext uri="{FF2B5EF4-FFF2-40B4-BE49-F238E27FC236}">
                <a16:creationId xmlns:a16="http://schemas.microsoft.com/office/drawing/2014/main" id="{EC7F7E99-9C35-C6C9-D77A-FA713765E346}"/>
              </a:ext>
            </a:extLst>
          </p:cNvPr>
          <p:cNvSpPr>
            <a:spLocks noGrp="1"/>
          </p:cNvSpPr>
          <p:nvPr>
            <p:ph type="title"/>
          </p:nvPr>
        </p:nvSpPr>
        <p:spPr>
          <a:xfrm>
            <a:off x="685800" y="365126"/>
            <a:ext cx="10210800" cy="798046"/>
          </a:xfrm>
        </p:spPr>
        <p:txBody>
          <a:bodyPr anchor="ctr">
            <a:normAutofit/>
          </a:bodyPr>
          <a:lstStyle/>
          <a:p>
            <a:pPr algn="ctr"/>
            <a:r>
              <a:rPr lang="en-US" sz="3600" b="1" dirty="0"/>
              <a:t>How does this help?</a:t>
            </a:r>
          </a:p>
        </p:txBody>
      </p:sp>
      <p:graphicFrame>
        <p:nvGraphicFramePr>
          <p:cNvPr id="26" name="Content Placeholder 3">
            <a:extLst>
              <a:ext uri="{FF2B5EF4-FFF2-40B4-BE49-F238E27FC236}">
                <a16:creationId xmlns:a16="http://schemas.microsoft.com/office/drawing/2014/main" id="{49A52E31-ABB7-51CE-A3F5-33ABBB54AAC4}"/>
              </a:ext>
            </a:extLst>
          </p:cNvPr>
          <p:cNvGraphicFramePr>
            <a:graphicFrameLocks noGrp="1"/>
          </p:cNvGraphicFramePr>
          <p:nvPr>
            <p:ph idx="1"/>
            <p:extLst>
              <p:ext uri="{D42A27DB-BD31-4B8C-83A1-F6EECF244321}">
                <p14:modId xmlns:p14="http://schemas.microsoft.com/office/powerpoint/2010/main" val="2340955403"/>
              </p:ext>
            </p:extLst>
          </p:nvPr>
        </p:nvGraphicFramePr>
        <p:xfrm>
          <a:off x="685800" y="1418665"/>
          <a:ext cx="10212323" cy="45249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00869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71A430-47DF-092A-E397-14711E91A846}"/>
              </a:ext>
            </a:extLst>
          </p:cNvPr>
          <p:cNvSpPr>
            <a:spLocks noGrp="1"/>
          </p:cNvSpPr>
          <p:nvPr>
            <p:ph type="sldNum" sz="quarter" idx="12"/>
          </p:nvPr>
        </p:nvSpPr>
        <p:spPr>
          <a:xfrm>
            <a:off x="5847988" y="6407602"/>
            <a:ext cx="492975" cy="182880"/>
          </a:xfrm>
        </p:spPr>
        <p:txBody>
          <a:bodyPr anchor="ctr">
            <a:normAutofit/>
          </a:bodyPr>
          <a:lstStyle/>
          <a:p>
            <a:pPr>
              <a:spcAft>
                <a:spcPts val="600"/>
              </a:spcAft>
            </a:pPr>
            <a:fld id="{00D53123-EF31-4C08-A865-932FC064F9C8}" type="slidenum">
              <a:rPr lang="en-CA" smtClean="0">
                <a:solidFill>
                  <a:srgbClr val="003168"/>
                </a:solidFill>
              </a:rPr>
              <a:pPr>
                <a:spcAft>
                  <a:spcPts val="600"/>
                </a:spcAft>
              </a:pPr>
              <a:t>9</a:t>
            </a:fld>
            <a:endParaRPr lang="en-CA">
              <a:solidFill>
                <a:srgbClr val="003168"/>
              </a:solidFill>
            </a:endParaRPr>
          </a:p>
        </p:txBody>
      </p:sp>
      <p:sp>
        <p:nvSpPr>
          <p:cNvPr id="4" name="Title 3">
            <a:extLst>
              <a:ext uri="{FF2B5EF4-FFF2-40B4-BE49-F238E27FC236}">
                <a16:creationId xmlns:a16="http://schemas.microsoft.com/office/drawing/2014/main" id="{FD4A1E22-5787-23E5-DEAE-80CE12733AFA}"/>
              </a:ext>
            </a:extLst>
          </p:cNvPr>
          <p:cNvSpPr>
            <a:spLocks noGrp="1"/>
          </p:cNvSpPr>
          <p:nvPr>
            <p:ph type="title"/>
          </p:nvPr>
        </p:nvSpPr>
        <p:spPr>
          <a:xfrm>
            <a:off x="685800" y="365126"/>
            <a:ext cx="10210800" cy="411480"/>
          </a:xfrm>
        </p:spPr>
        <p:txBody>
          <a:bodyPr anchor="ctr">
            <a:noAutofit/>
          </a:bodyPr>
          <a:lstStyle/>
          <a:p>
            <a:pPr algn="ctr"/>
            <a:r>
              <a:rPr lang="en-US" sz="3600" b="1" dirty="0"/>
              <a:t>What did I learn?</a:t>
            </a:r>
          </a:p>
        </p:txBody>
      </p:sp>
      <p:graphicFrame>
        <p:nvGraphicFramePr>
          <p:cNvPr id="6" name="Content Placeholder 1">
            <a:extLst>
              <a:ext uri="{FF2B5EF4-FFF2-40B4-BE49-F238E27FC236}">
                <a16:creationId xmlns:a16="http://schemas.microsoft.com/office/drawing/2014/main" id="{B3EE0C9B-B7B4-C2FD-5DD4-F031EA1CC832}"/>
              </a:ext>
            </a:extLst>
          </p:cNvPr>
          <p:cNvGraphicFramePr>
            <a:graphicFrameLocks noGrp="1"/>
          </p:cNvGraphicFramePr>
          <p:nvPr>
            <p:ph idx="1"/>
            <p:extLst>
              <p:ext uri="{D42A27DB-BD31-4B8C-83A1-F6EECF244321}">
                <p14:modId xmlns:p14="http://schemas.microsoft.com/office/powerpoint/2010/main" val="1556443491"/>
              </p:ext>
            </p:extLst>
          </p:nvPr>
        </p:nvGraphicFramePr>
        <p:xfrm>
          <a:off x="685800" y="1418665"/>
          <a:ext cx="10212323" cy="45249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8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AE8324-DF93-7115-F636-9DFA521D7C8D}"/>
              </a:ext>
            </a:extLst>
          </p:cNvPr>
          <p:cNvSpPr>
            <a:spLocks noGrp="1"/>
          </p:cNvSpPr>
          <p:nvPr>
            <p:ph type="sldNum" sz="quarter" idx="12"/>
          </p:nvPr>
        </p:nvSpPr>
        <p:spPr/>
        <p:txBody>
          <a:bodyPr/>
          <a:lstStyle/>
          <a:p>
            <a:fld id="{00D53123-EF31-4C08-A865-932FC064F9C8}" type="slidenum">
              <a:rPr lang="en-CA" smtClean="0">
                <a:solidFill>
                  <a:srgbClr val="003168"/>
                </a:solidFill>
              </a:rPr>
              <a:pPr/>
              <a:t>10</a:t>
            </a:fld>
            <a:endParaRPr lang="en-CA" dirty="0">
              <a:solidFill>
                <a:srgbClr val="003168"/>
              </a:solidFill>
            </a:endParaRPr>
          </a:p>
        </p:txBody>
      </p:sp>
      <p:sp>
        <p:nvSpPr>
          <p:cNvPr id="3" name="Text Placeholder 2">
            <a:extLst>
              <a:ext uri="{FF2B5EF4-FFF2-40B4-BE49-F238E27FC236}">
                <a16:creationId xmlns:a16="http://schemas.microsoft.com/office/drawing/2014/main" id="{DF0F13CA-9DD9-0193-56CD-55FF48E999FF}"/>
              </a:ext>
            </a:extLst>
          </p:cNvPr>
          <p:cNvSpPr>
            <a:spLocks noGrp="1"/>
          </p:cNvSpPr>
          <p:nvPr>
            <p:ph type="body" idx="1"/>
          </p:nvPr>
        </p:nvSpPr>
        <p:spPr/>
        <p:txBody>
          <a:bodyPr/>
          <a:lstStyle/>
          <a:p>
            <a:endParaRPr lang="en-US" dirty="0"/>
          </a:p>
        </p:txBody>
      </p:sp>
      <p:sp>
        <p:nvSpPr>
          <p:cNvPr id="4" name="Title 3">
            <a:extLst>
              <a:ext uri="{FF2B5EF4-FFF2-40B4-BE49-F238E27FC236}">
                <a16:creationId xmlns:a16="http://schemas.microsoft.com/office/drawing/2014/main" id="{0D9718DA-B6F5-E994-7969-231F424FDA75}"/>
              </a:ext>
            </a:extLst>
          </p:cNvPr>
          <p:cNvSpPr>
            <a:spLocks noGrp="1"/>
          </p:cNvSpPr>
          <p:nvPr>
            <p:ph type="title"/>
          </p:nvPr>
        </p:nvSpPr>
        <p:spPr>
          <a:xfrm>
            <a:off x="438912" y="1581912"/>
            <a:ext cx="10457688" cy="1078992"/>
          </a:xfrm>
        </p:spPr>
        <p:txBody>
          <a:bodyPr>
            <a:normAutofit/>
          </a:bodyPr>
          <a:lstStyle/>
          <a:p>
            <a:r>
              <a:rPr lang="en-US" sz="6000" b="1" dirty="0"/>
              <a:t>Thank You!</a:t>
            </a:r>
          </a:p>
        </p:txBody>
      </p:sp>
    </p:spTree>
    <p:extLst>
      <p:ext uri="{BB962C8B-B14F-4D97-AF65-F5344CB8AC3E}">
        <p14:creationId xmlns:p14="http://schemas.microsoft.com/office/powerpoint/2010/main" val="1854084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BC 2018 HNW for all new slides">
  <a:themeElements>
    <a:clrScheme name="RBC HNW Colors">
      <a:dk1>
        <a:srgbClr val="000000"/>
      </a:dk1>
      <a:lt1>
        <a:srgbClr val="FFFFFF"/>
      </a:lt1>
      <a:dk2>
        <a:srgbClr val="003168"/>
      </a:dk2>
      <a:lt2>
        <a:srgbClr val="E7EEF1"/>
      </a:lt2>
      <a:accent1>
        <a:srgbClr val="003168"/>
      </a:accent1>
      <a:accent2>
        <a:srgbClr val="FFC72C"/>
      </a:accent2>
      <a:accent3>
        <a:srgbClr val="87AFBF"/>
      </a:accent3>
      <a:accent4>
        <a:srgbClr val="C1B5A5"/>
      </a:accent4>
      <a:accent5>
        <a:srgbClr val="FCA311"/>
      </a:accent5>
      <a:accent6>
        <a:srgbClr val="B8A970"/>
      </a:accent6>
      <a:hlink>
        <a:srgbClr val="87AFBF"/>
      </a:hlink>
      <a:folHlink>
        <a:srgbClr val="B3B6B8"/>
      </a:folHlink>
    </a:clrScheme>
    <a:fontScheme name="RBC Arial Fonts">
      <a:majorFont>
        <a:latin typeface="Arial"/>
        <a:ea typeface=""/>
        <a:cs typeface=""/>
      </a:majorFont>
      <a:minorFont>
        <a:latin typeface="Arial"/>
        <a:ea typeface=""/>
        <a:cs typeface=""/>
      </a:minorFont>
    </a:fontScheme>
    <a:fmtScheme name="Flat">
      <a:fillStyleLst>
        <a:solidFill>
          <a:schemeClr val="phClr"/>
        </a:solidFill>
        <a:solidFill>
          <a:schemeClr val="phClr">
            <a:tint val="50000"/>
          </a:schemeClr>
        </a:solidFill>
        <a:solidFill>
          <a:schemeClr val="phClr">
            <a:shade val="50000"/>
          </a:schemeClr>
        </a:solidFill>
      </a:fillStyleLst>
      <a:lnStyleLst>
        <a:ln w="0" cap="flat" cmpd="sng" algn="ctr">
          <a:noFill/>
        </a:ln>
        <a:ln w="6350" cap="flat" cmpd="sng" algn="ctr">
          <a:solidFill>
            <a:schemeClr val="phClr"/>
          </a:solidFill>
          <a:prstDash val="solid"/>
        </a:ln>
        <a:ln w="0" cap="flat" cmpd="sng" algn="ctr">
          <a:noFill/>
        </a:ln>
      </a:lnStyleLst>
      <a:effectStyleLst>
        <a:effectStyle>
          <a:effectLst>
            <a:blur/>
          </a:effectLst>
        </a:effectStyle>
        <a:effectStyle>
          <a:effectLst>
            <a:fillOverlay blend="screen">
              <a:solidFill>
                <a:schemeClr val="phClr"/>
              </a:solidFill>
            </a:fillOverlay>
          </a:effectLst>
        </a:effectStyle>
        <a:effectStyle>
          <a:effectLst>
            <a:blur/>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Warm Yellow">
      <a:srgbClr val="FFC72C"/>
    </a:custClr>
    <a:custClr name="Tundra">
      <a:srgbClr val="87AFBF"/>
    </a:custClr>
    <a:custClr name="Light Gray">
      <a:srgbClr val="C1B5A5"/>
    </a:custClr>
    <a:custClr name="Sunburst">
      <a:srgbClr val="FCA311"/>
    </a:custClr>
    <a:custClr name="Beige">
      <a:srgbClr val="B8A970"/>
    </a:custClr>
    <a:custClr name="Carbon">
      <a:srgbClr val="899299"/>
    </a:custClr>
    <a:custClr name="Apple">
      <a:srgbClr val="AABA0A"/>
    </a:custClr>
    <a:custClr name="Seaweed">
      <a:srgbClr val="588886"/>
    </a:custClr>
    <a:custClr name="Sky">
      <a:srgbClr val="51B5E0"/>
    </a:custClr>
    <a:custClr name="Slate Gray">
      <a:srgbClr val="6F6E6F"/>
    </a:custClr>
    <a:custClr name="Warm Yellow 70%">
      <a:srgbClr val="FFD86B"/>
    </a:custClr>
    <a:custClr name="Tundra 70%">
      <a:srgbClr val="ABC7D2"/>
    </a:custClr>
    <a:custClr name="Light Gray 70%">
      <a:srgbClr val="D4CBC0"/>
    </a:custClr>
    <a:custClr name="Sunburst 70%">
      <a:srgbClr val="FDBF58"/>
    </a:custClr>
    <a:custClr name="Beige 70%">
      <a:srgbClr val="CDC39B"/>
    </a:custClr>
    <a:custClr name="Carbon 70%">
      <a:srgbClr val="ACB3B8"/>
    </a:custClr>
    <a:custClr name="Apple 70%">
      <a:srgbClr val="C4CF54"/>
    </a:custClr>
    <a:custClr name="Seaweed 70%">
      <a:srgbClr val="8AACAA"/>
    </a:custClr>
    <a:custClr name="Sky 70%">
      <a:srgbClr val="85CBE9"/>
    </a:custClr>
    <a:custClr name="Slate Gray 70%">
      <a:srgbClr val="9A9A9A"/>
    </a:custClr>
    <a:custClr name="Warm Yellow 55%">
      <a:srgbClr val="FFE08B"/>
    </a:custClr>
    <a:custClr name="Tundra 55%">
      <a:srgbClr val="BDD3DC"/>
    </a:custClr>
    <a:custClr name="Light Gray 55%">
      <a:srgbClr val="DDD6CE"/>
    </a:custClr>
    <a:custClr name="Sunburst 55%">
      <a:srgbClr val="FDCC7C"/>
    </a:custClr>
    <a:custClr name="Beige 55%">
      <a:srgbClr val="D8D0B0"/>
    </a:custClr>
    <a:custClr name="Carbon 55%">
      <a:srgbClr val="BEC3C7"/>
    </a:custClr>
    <a:custClr name="Apple 55%">
      <a:srgbClr val="D0D978"/>
    </a:custClr>
    <a:custClr name="Seaweed 55%">
      <a:srgbClr val="A3BEBC"/>
    </a:custClr>
    <a:custClr name="Sky 55%">
      <a:srgbClr val="9FD6EE"/>
    </a:custClr>
    <a:custClr name="Slate Gray 55%">
      <a:srgbClr val="B0AFB0"/>
    </a:custClr>
    <a:custClr name="Warm Yellow 40%">
      <a:srgbClr val="FFE9AB"/>
    </a:custClr>
    <a:custClr name="Tundra 40%">
      <a:srgbClr val="CFDFE5"/>
    </a:custClr>
    <a:custClr name="Light Gray 40%">
      <a:srgbClr val="E6E1DB"/>
    </a:custClr>
    <a:custClr name="Sunburst 40%">
      <a:srgbClr val="FEDAA0"/>
    </a:custClr>
    <a:custClr name="Beige 40%">
      <a:srgbClr val="E3DDC6"/>
    </a:custClr>
    <a:custClr name="Carbon 40%">
      <a:srgbClr val="D0D3D6"/>
    </a:custClr>
    <a:custClr name="Apple 40%">
      <a:srgbClr val="DDE39D"/>
    </a:custClr>
    <a:custClr name="Seaweed 40%">
      <a:srgbClr val="BCCFCF"/>
    </a:custClr>
    <a:custClr name="Sky 40%">
      <a:srgbClr val="B9E1F3"/>
    </a:custClr>
    <a:custClr name="Slate Gray 40%">
      <a:srgbClr val="C5C5C5"/>
    </a:custClr>
    <a:custClr name="Warm Yellow 25%">
      <a:srgbClr val="FFF1CA"/>
    </a:custClr>
    <a:custClr name="Tundra 25%">
      <a:srgbClr val="E1EBEF"/>
    </a:custClr>
    <a:custClr name="Light Gray 25%">
      <a:srgbClr val="F0EDE9"/>
    </a:custClr>
    <a:custClr name="Sunburst 25%">
      <a:srgbClr val="FEE8C4"/>
    </a:custClr>
    <a:custClr name="Beige 25%">
      <a:srgbClr val="EDEADB"/>
    </a:custClr>
    <a:custClr name="Carbon 25%">
      <a:srgbClr val="E2E4E6"/>
    </a:custClr>
    <a:custClr name="Apple 25%">
      <a:srgbClr val="EAEEC2"/>
    </a:custClr>
    <a:custClr name="Seaweed 25%">
      <a:srgbClr val="D5E1E1"/>
    </a:custClr>
    <a:custClr name="Sky 25%">
      <a:srgbClr val="D4EDF7"/>
    </a:custClr>
    <a:custClr name="Slate Gray 25%">
      <a:srgbClr val="DBDBDB"/>
    </a:custClr>
  </a:custClrLst>
  <a:extLst>
    <a:ext uri="{05A4C25C-085E-4340-85A3-A5531E510DB2}">
      <thm15:themeFamily xmlns:thm15="http://schemas.microsoft.com/office/thememl/2012/main" name="HNW Widescreen.potx" id="{0EB95546-8B67-4D63-ACB9-59193746BB05}" vid="{4D27C730-C4B2-4304-927B-A774CFE493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186321</TotalTime>
  <Words>1076</Words>
  <Application>Microsoft Macintosh PowerPoint</Application>
  <PresentationFormat>Widescreen</PresentationFormat>
  <Paragraphs>113</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RBC 2018 HNW for all new slides</vt:lpstr>
      <vt:lpstr>Fall 2024 Co-op Term Wrap-up</vt:lpstr>
      <vt:lpstr>At a Glance</vt:lpstr>
      <vt:lpstr>At a Glance</vt:lpstr>
      <vt:lpstr>Contributions to ICP0 team</vt:lpstr>
      <vt:lpstr>Problems &amp; Solutions</vt:lpstr>
      <vt:lpstr>Contributions to iap-frontend </vt:lpstr>
      <vt:lpstr>Contributions to institutional-frontend </vt:lpstr>
      <vt:lpstr>How does this help?</vt:lpstr>
      <vt:lpstr>What did I learn?</vt:lpstr>
      <vt:lpstr>Thank You!</vt:lpstr>
    </vt:vector>
  </TitlesOfParts>
  <Manager/>
  <Company>RBC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Chaudhari, Pareshkumar</dc:creator>
  <cp:keywords/>
  <dc:description/>
  <cp:lastModifiedBy>Jediel Antalan</cp:lastModifiedBy>
  <cp:revision>2240</cp:revision>
  <dcterms:created xsi:type="dcterms:W3CDTF">2021-07-23T00:55:59Z</dcterms:created>
  <dcterms:modified xsi:type="dcterms:W3CDTF">2025-08-27T05:21:54Z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8f99e99-9b44-4087-9344-0482001c1f1a_Enabled">
    <vt:lpwstr>true</vt:lpwstr>
  </property>
  <property fmtid="{D5CDD505-2E9C-101B-9397-08002B2CF9AE}" pid="3" name="MSIP_Label_b8f99e99-9b44-4087-9344-0482001c1f1a_Method">
    <vt:lpwstr>Privileged</vt:lpwstr>
  </property>
  <property fmtid="{D5CDD505-2E9C-101B-9397-08002B2CF9AE}" pid="4" name="MSIP_Label_b8f99e99-9b44-4087-9344-0482001c1f1a_SiteId">
    <vt:lpwstr>9323b596-236d-4890-bed3-60232a849027</vt:lpwstr>
  </property>
  <property fmtid="{D5CDD505-2E9C-101B-9397-08002B2CF9AE}" pid="5" name="Classification">
    <vt:lpwstr>TT_Public</vt:lpwstr>
  </property>
</Properties>
</file>